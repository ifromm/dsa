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saveSubsetFonts="1" autoCompressPictures="0">
  <p:sldMasterIdLst>
    <p:sldMasterId id="2147483648" r:id="rId1"/>
    <p:sldMasterId id="2147483651" r:id="rId2"/>
  </p:sldMasterIdLst>
  <p:notesMasterIdLst>
    <p:notesMasterId r:id="rId42"/>
  </p:notesMasterIdLst>
  <p:handoutMasterIdLst>
    <p:handoutMasterId r:id="rId43"/>
  </p:handoutMasterIdLst>
  <p:sldIdLst>
    <p:sldId id="256" r:id="rId3"/>
    <p:sldId id="257" r:id="rId4"/>
    <p:sldId id="647" r:id="rId5"/>
    <p:sldId id="723" r:id="rId6"/>
    <p:sldId id="928" r:id="rId7"/>
    <p:sldId id="869" r:id="rId8"/>
    <p:sldId id="929" r:id="rId9"/>
    <p:sldId id="930" r:id="rId10"/>
    <p:sldId id="931" r:id="rId11"/>
    <p:sldId id="932" r:id="rId12"/>
    <p:sldId id="899" r:id="rId13"/>
    <p:sldId id="933" r:id="rId14"/>
    <p:sldId id="934" r:id="rId15"/>
    <p:sldId id="916" r:id="rId16"/>
    <p:sldId id="935" r:id="rId17"/>
    <p:sldId id="936" r:id="rId18"/>
    <p:sldId id="937" r:id="rId19"/>
    <p:sldId id="938" r:id="rId20"/>
    <p:sldId id="939" r:id="rId21"/>
    <p:sldId id="940" r:id="rId22"/>
    <p:sldId id="941" r:id="rId23"/>
    <p:sldId id="963" r:id="rId24"/>
    <p:sldId id="943" r:id="rId25"/>
    <p:sldId id="944" r:id="rId26"/>
    <p:sldId id="945" r:id="rId27"/>
    <p:sldId id="946" r:id="rId28"/>
    <p:sldId id="947" r:id="rId29"/>
    <p:sldId id="948" r:id="rId30"/>
    <p:sldId id="949" r:id="rId31"/>
    <p:sldId id="950" r:id="rId32"/>
    <p:sldId id="951" r:id="rId33"/>
    <p:sldId id="952" r:id="rId34"/>
    <p:sldId id="953" r:id="rId35"/>
    <p:sldId id="954" r:id="rId36"/>
    <p:sldId id="959" r:id="rId37"/>
    <p:sldId id="960" r:id="rId38"/>
    <p:sldId id="955" r:id="rId39"/>
    <p:sldId id="956" r:id="rId40"/>
    <p:sldId id="893" r:id="rId41"/>
  </p:sldIdLst>
  <p:sldSz cx="9144000" cy="6858000" type="screen4x3"/>
  <p:notesSz cx="7099300" cy="10234613"/>
  <p:embeddedFontLst>
    <p:embeddedFont>
      <p:font typeface="Andale Mono" panose="020B0509000000000004" pitchFamily="49" charset="0"/>
      <p:regular r:id="rId44"/>
    </p:embeddedFont>
    <p:embeddedFont>
      <p:font typeface="Blackadder ITC" pitchFamily="82" charset="77"/>
      <p:regular r:id="rId45"/>
    </p:embeddedFont>
    <p:embeddedFont>
      <p:font typeface="Cambria Math" panose="02040503050406030204" pitchFamily="18" charset="0"/>
      <p:regular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8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2" roundtripDataSignature="AMtx7milieXwv5OUJdQk1cj/252aZuXc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D7CD"/>
    <a:srgbClr val="C5E0B4"/>
    <a:srgbClr val="A9D18E"/>
    <a:srgbClr val="E2F0D9"/>
    <a:srgbClr val="EAEFF7"/>
    <a:srgbClr val="E7E6E6"/>
    <a:srgbClr val="F2E6DC"/>
    <a:srgbClr val="ED7D31"/>
    <a:srgbClr val="AE5A21"/>
    <a:srgbClr val="7DC1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C9BAEC-4633-A948-9C28-B77B3E006DBF}" v="160" dt="2025-05-05T13:09:21.9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A107856-5554-42FB-B03E-39F5DBC370BA}" styleName="Mittlere Formatvorlage 4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6"/>
    <p:restoredTop sz="87872"/>
  </p:normalViewPr>
  <p:slideViewPr>
    <p:cSldViewPr snapToGrid="0">
      <p:cViewPr>
        <p:scale>
          <a:sx n="130" d="100"/>
          <a:sy n="130" d="100"/>
        </p:scale>
        <p:origin x="1616" y="392"/>
      </p:cViewPr>
      <p:guideLst>
        <p:guide orient="horz" pos="218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104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07" Type="http://schemas.microsoft.com/office/2016/11/relationships/changesInfo" Target="changesInfos/changesInfo1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font" Target="fonts/font2.fntdata"/><Relationship Id="rId102" Type="http://customschemas.google.com/relationships/presentationmetadata" Target="metadata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handoutMaster" Target="handoutMasters/handoutMaster1.xml"/><Relationship Id="rId105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3.fntdata"/><Relationship Id="rId103" Type="http://schemas.openxmlformats.org/officeDocument/2006/relationships/presProps" Target="presProps.xml"/><Relationship Id="rId108" Type="http://schemas.microsoft.com/office/2015/10/relationships/revisionInfo" Target="revisionInfo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6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go Frommholz" userId="ee3b4549-206f-4e4f-93a1-b7ff676f0af7" providerId="ADAL" clId="{01C9BAEC-4633-A948-9C28-B77B3E006DBF}"/>
    <pc:docChg chg="undo custSel addSld delSld modSld modMainMaster">
      <pc:chgData name="Ingo Frommholz" userId="ee3b4549-206f-4e4f-93a1-b7ff676f0af7" providerId="ADAL" clId="{01C9BAEC-4633-A948-9C28-B77B3E006DBF}" dt="2025-05-05T14:27:14.874" v="471" actId="2696"/>
      <pc:docMkLst>
        <pc:docMk/>
      </pc:docMkLst>
      <pc:sldChg chg="addSp modSp mod">
        <pc:chgData name="Ingo Frommholz" userId="ee3b4549-206f-4e4f-93a1-b7ff676f0af7" providerId="ADAL" clId="{01C9BAEC-4633-A948-9C28-B77B3E006DBF}" dt="2025-05-03T20:13:30.587" v="305" actId="767"/>
        <pc:sldMkLst>
          <pc:docMk/>
          <pc:sldMk cId="0" sldId="256"/>
        </pc:sldMkLst>
        <pc:spChg chg="add mod">
          <ac:chgData name="Ingo Frommholz" userId="ee3b4549-206f-4e4f-93a1-b7ff676f0af7" providerId="ADAL" clId="{01C9BAEC-4633-A948-9C28-B77B3E006DBF}" dt="2025-05-03T20:13:30.587" v="305" actId="767"/>
          <ac:spMkLst>
            <pc:docMk/>
            <pc:sldMk cId="0" sldId="256"/>
            <ac:spMk id="3" creationId="{DD3DF1F2-DCD9-25A9-DB30-24B849C34EFF}"/>
          </ac:spMkLst>
        </pc:spChg>
        <pc:spChg chg="mod">
          <ac:chgData name="Ingo Frommholz" userId="ee3b4549-206f-4e4f-93a1-b7ff676f0af7" providerId="ADAL" clId="{01C9BAEC-4633-A948-9C28-B77B3E006DBF}" dt="2025-04-28T09:58:33.813" v="206" actId="20577"/>
          <ac:spMkLst>
            <pc:docMk/>
            <pc:sldMk cId="0" sldId="256"/>
            <ac:spMk id="80" creationId="{00000000-0000-0000-0000-000000000000}"/>
          </ac:spMkLst>
        </pc:spChg>
      </pc:sldChg>
      <pc:sldChg chg="modSp mod">
        <pc:chgData name="Ingo Frommholz" userId="ee3b4549-206f-4e4f-93a1-b7ff676f0af7" providerId="ADAL" clId="{01C9BAEC-4633-A948-9C28-B77B3E006DBF}" dt="2025-04-27T17:28:39.182" v="15" actId="15"/>
        <pc:sldMkLst>
          <pc:docMk/>
          <pc:sldMk cId="3512998741" sldId="899"/>
        </pc:sldMkLst>
        <pc:spChg chg="mod">
          <ac:chgData name="Ingo Frommholz" userId="ee3b4549-206f-4e4f-93a1-b7ff676f0af7" providerId="ADAL" clId="{01C9BAEC-4633-A948-9C28-B77B3E006DBF}" dt="2025-04-27T17:28:39.182" v="15" actId="15"/>
          <ac:spMkLst>
            <pc:docMk/>
            <pc:sldMk cId="3512998741" sldId="899"/>
            <ac:spMk id="6" creationId="{39A6970D-DC2B-440E-BE48-027EC314B1CF}"/>
          </ac:spMkLst>
        </pc:spChg>
        <pc:spChg chg="mod">
          <ac:chgData name="Ingo Frommholz" userId="ee3b4549-206f-4e4f-93a1-b7ff676f0af7" providerId="ADAL" clId="{01C9BAEC-4633-A948-9C28-B77B3E006DBF}" dt="2025-04-27T17:28:36.361" v="13" actId="15"/>
          <ac:spMkLst>
            <pc:docMk/>
            <pc:sldMk cId="3512998741" sldId="899"/>
            <ac:spMk id="10" creationId="{9254B13C-19D7-4861-A881-548D1903C1E4}"/>
          </ac:spMkLst>
        </pc:spChg>
      </pc:sldChg>
      <pc:sldChg chg="modSp">
        <pc:chgData name="Ingo Frommholz" userId="ee3b4549-206f-4e4f-93a1-b7ff676f0af7" providerId="ADAL" clId="{01C9BAEC-4633-A948-9C28-B77B3E006DBF}" dt="2025-04-27T17:34:47.457" v="24" actId="113"/>
        <pc:sldMkLst>
          <pc:docMk/>
          <pc:sldMk cId="750430681" sldId="916"/>
        </pc:sldMkLst>
        <pc:spChg chg="mod">
          <ac:chgData name="Ingo Frommholz" userId="ee3b4549-206f-4e4f-93a1-b7ff676f0af7" providerId="ADAL" clId="{01C9BAEC-4633-A948-9C28-B77B3E006DBF}" dt="2025-04-27T17:34:47.457" v="24" actId="113"/>
          <ac:spMkLst>
            <pc:docMk/>
            <pc:sldMk cId="750430681" sldId="916"/>
            <ac:spMk id="45" creationId="{A8884AE5-3D47-4635-BD0A-863F1B654D33}"/>
          </ac:spMkLst>
        </pc:spChg>
      </pc:sldChg>
      <pc:sldChg chg="addSp delSp modSp mod">
        <pc:chgData name="Ingo Frommholz" userId="ee3b4549-206f-4e4f-93a1-b7ff676f0af7" providerId="ADAL" clId="{01C9BAEC-4633-A948-9C28-B77B3E006DBF}" dt="2025-05-03T19:04:48.477" v="250"/>
        <pc:sldMkLst>
          <pc:docMk/>
          <pc:sldMk cId="569860981" sldId="930"/>
        </pc:sldMkLst>
        <pc:spChg chg="mod">
          <ac:chgData name="Ingo Frommholz" userId="ee3b4549-206f-4e4f-93a1-b7ff676f0af7" providerId="ADAL" clId="{01C9BAEC-4633-A948-9C28-B77B3E006DBF}" dt="2025-04-27T16:22:14.029" v="2" actId="20577"/>
          <ac:spMkLst>
            <pc:docMk/>
            <pc:sldMk cId="569860981" sldId="930"/>
            <ac:spMk id="4" creationId="{B1AB2DE2-BFB4-403B-9976-58C0812A00AF}"/>
          </ac:spMkLst>
        </pc:spChg>
      </pc:sldChg>
      <pc:sldChg chg="addSp delSp modSp mod">
        <pc:chgData name="Ingo Frommholz" userId="ee3b4549-206f-4e4f-93a1-b7ff676f0af7" providerId="ADAL" clId="{01C9BAEC-4633-A948-9C28-B77B3E006DBF}" dt="2025-05-03T19:05:04.896" v="251"/>
        <pc:sldMkLst>
          <pc:docMk/>
          <pc:sldMk cId="1962372413" sldId="931"/>
        </pc:sldMkLst>
        <pc:spChg chg="mod">
          <ac:chgData name="Ingo Frommholz" userId="ee3b4549-206f-4e4f-93a1-b7ff676f0af7" providerId="ADAL" clId="{01C9BAEC-4633-A948-9C28-B77B3E006DBF}" dt="2025-04-27T16:27:48.428" v="4" actId="20577"/>
          <ac:spMkLst>
            <pc:docMk/>
            <pc:sldMk cId="1962372413" sldId="931"/>
            <ac:spMk id="4" creationId="{B1AB2DE2-BFB4-403B-9976-58C0812A00AF}"/>
          </ac:spMkLst>
        </pc:spChg>
      </pc:sldChg>
      <pc:sldChg chg="modSp mod">
        <pc:chgData name="Ingo Frommholz" userId="ee3b4549-206f-4e4f-93a1-b7ff676f0af7" providerId="ADAL" clId="{01C9BAEC-4633-A948-9C28-B77B3E006DBF}" dt="2025-04-27T17:30:25.558" v="23" actId="20577"/>
        <pc:sldMkLst>
          <pc:docMk/>
          <pc:sldMk cId="2186029615" sldId="933"/>
        </pc:sldMkLst>
        <pc:spChg chg="mod">
          <ac:chgData name="Ingo Frommholz" userId="ee3b4549-206f-4e4f-93a1-b7ff676f0af7" providerId="ADAL" clId="{01C9BAEC-4633-A948-9C28-B77B3E006DBF}" dt="2025-04-27T17:30:25.558" v="23" actId="20577"/>
          <ac:spMkLst>
            <pc:docMk/>
            <pc:sldMk cId="2186029615" sldId="933"/>
            <ac:spMk id="10" creationId="{9254B13C-19D7-4861-A881-548D1903C1E4}"/>
          </ac:spMkLst>
        </pc:spChg>
      </pc:sldChg>
      <pc:sldChg chg="modSp mod">
        <pc:chgData name="Ingo Frommholz" userId="ee3b4549-206f-4e4f-93a1-b7ff676f0af7" providerId="ADAL" clId="{01C9BAEC-4633-A948-9C28-B77B3E006DBF}" dt="2025-05-04T19:53:32.642" v="339" actId="113"/>
        <pc:sldMkLst>
          <pc:docMk/>
          <pc:sldMk cId="3233213451" sldId="935"/>
        </pc:sldMkLst>
        <pc:spChg chg="mod">
          <ac:chgData name="Ingo Frommholz" userId="ee3b4549-206f-4e4f-93a1-b7ff676f0af7" providerId="ADAL" clId="{01C9BAEC-4633-A948-9C28-B77B3E006DBF}" dt="2025-05-04T19:53:32.642" v="339" actId="113"/>
          <ac:spMkLst>
            <pc:docMk/>
            <pc:sldMk cId="3233213451" sldId="935"/>
            <ac:spMk id="45" creationId="{A8884AE5-3D47-4635-BD0A-863F1B654D33}"/>
          </ac:spMkLst>
        </pc:spChg>
      </pc:sldChg>
      <pc:sldChg chg="modSp mod">
        <pc:chgData name="Ingo Frommholz" userId="ee3b4549-206f-4e4f-93a1-b7ff676f0af7" providerId="ADAL" clId="{01C9BAEC-4633-A948-9C28-B77B3E006DBF}" dt="2025-04-27T18:37:41.904" v="64" actId="20577"/>
        <pc:sldMkLst>
          <pc:docMk/>
          <pc:sldMk cId="2016840938" sldId="937"/>
        </pc:sldMkLst>
        <pc:spChg chg="mod">
          <ac:chgData name="Ingo Frommholz" userId="ee3b4549-206f-4e4f-93a1-b7ff676f0af7" providerId="ADAL" clId="{01C9BAEC-4633-A948-9C28-B77B3E006DBF}" dt="2025-04-27T18:37:41.904" v="64" actId="20577"/>
          <ac:spMkLst>
            <pc:docMk/>
            <pc:sldMk cId="2016840938" sldId="937"/>
            <ac:spMk id="45" creationId="{A8884AE5-3D47-4635-BD0A-863F1B654D33}"/>
          </ac:spMkLst>
        </pc:spChg>
      </pc:sldChg>
      <pc:sldChg chg="modSp mod">
        <pc:chgData name="Ingo Frommholz" userId="ee3b4549-206f-4e4f-93a1-b7ff676f0af7" providerId="ADAL" clId="{01C9BAEC-4633-A948-9C28-B77B3E006DBF}" dt="2025-04-27T18:48:22.864" v="75" actId="20577"/>
        <pc:sldMkLst>
          <pc:docMk/>
          <pc:sldMk cId="2892247423" sldId="938"/>
        </pc:sldMkLst>
        <pc:spChg chg="mod">
          <ac:chgData name="Ingo Frommholz" userId="ee3b4549-206f-4e4f-93a1-b7ff676f0af7" providerId="ADAL" clId="{01C9BAEC-4633-A948-9C28-B77B3E006DBF}" dt="2025-04-27T18:48:22.864" v="75" actId="20577"/>
          <ac:spMkLst>
            <pc:docMk/>
            <pc:sldMk cId="2892247423" sldId="938"/>
            <ac:spMk id="45" creationId="{A8884AE5-3D47-4635-BD0A-863F1B654D33}"/>
          </ac:spMkLst>
        </pc:spChg>
      </pc:sldChg>
      <pc:sldChg chg="modSp mod">
        <pc:chgData name="Ingo Frommholz" userId="ee3b4549-206f-4e4f-93a1-b7ff676f0af7" providerId="ADAL" clId="{01C9BAEC-4633-A948-9C28-B77B3E006DBF}" dt="2025-04-27T18:48:40.021" v="77" actId="20577"/>
        <pc:sldMkLst>
          <pc:docMk/>
          <pc:sldMk cId="2108297071" sldId="939"/>
        </pc:sldMkLst>
        <pc:spChg chg="mod">
          <ac:chgData name="Ingo Frommholz" userId="ee3b4549-206f-4e4f-93a1-b7ff676f0af7" providerId="ADAL" clId="{01C9BAEC-4633-A948-9C28-B77B3E006DBF}" dt="2025-04-27T18:48:40.021" v="77" actId="20577"/>
          <ac:spMkLst>
            <pc:docMk/>
            <pc:sldMk cId="2108297071" sldId="939"/>
            <ac:spMk id="45" creationId="{A8884AE5-3D47-4635-BD0A-863F1B654D33}"/>
          </ac:spMkLst>
        </pc:spChg>
      </pc:sldChg>
      <pc:sldChg chg="modSp">
        <pc:chgData name="Ingo Frommholz" userId="ee3b4549-206f-4e4f-93a1-b7ff676f0af7" providerId="ADAL" clId="{01C9BAEC-4633-A948-9C28-B77B3E006DBF}" dt="2025-04-27T18:49:34.239" v="81" actId="20577"/>
        <pc:sldMkLst>
          <pc:docMk/>
          <pc:sldMk cId="477567396" sldId="940"/>
        </pc:sldMkLst>
        <pc:spChg chg="mod">
          <ac:chgData name="Ingo Frommholz" userId="ee3b4549-206f-4e4f-93a1-b7ff676f0af7" providerId="ADAL" clId="{01C9BAEC-4633-A948-9C28-B77B3E006DBF}" dt="2025-04-27T18:49:34.239" v="81" actId="20577"/>
          <ac:spMkLst>
            <pc:docMk/>
            <pc:sldMk cId="477567396" sldId="940"/>
            <ac:spMk id="45" creationId="{A8884AE5-3D47-4635-BD0A-863F1B654D33}"/>
          </ac:spMkLst>
        </pc:spChg>
      </pc:sldChg>
      <pc:sldChg chg="addSp delSp modSp mod">
        <pc:chgData name="Ingo Frommholz" userId="ee3b4549-206f-4e4f-93a1-b7ff676f0af7" providerId="ADAL" clId="{01C9BAEC-4633-A948-9C28-B77B3E006DBF}" dt="2025-04-27T19:41:54.537" v="99"/>
        <pc:sldMkLst>
          <pc:docMk/>
          <pc:sldMk cId="1059389305" sldId="941"/>
        </pc:sldMkLst>
        <pc:spChg chg="mod">
          <ac:chgData name="Ingo Frommholz" userId="ee3b4549-206f-4e4f-93a1-b7ff676f0af7" providerId="ADAL" clId="{01C9BAEC-4633-A948-9C28-B77B3E006DBF}" dt="2025-04-27T19:36:37.577" v="96" actId="20577"/>
          <ac:spMkLst>
            <pc:docMk/>
            <pc:sldMk cId="1059389305" sldId="941"/>
            <ac:spMk id="45" creationId="{A8884AE5-3D47-4635-BD0A-863F1B654D33}"/>
          </ac:spMkLst>
        </pc:spChg>
      </pc:sldChg>
      <pc:sldChg chg="modSp del mod modClrScheme chgLayout">
        <pc:chgData name="Ingo Frommholz" userId="ee3b4549-206f-4e4f-93a1-b7ff676f0af7" providerId="ADAL" clId="{01C9BAEC-4633-A948-9C28-B77B3E006DBF}" dt="2025-04-28T13:17:31.255" v="212" actId="2696"/>
        <pc:sldMkLst>
          <pc:docMk/>
          <pc:sldMk cId="1839661885" sldId="942"/>
        </pc:sldMkLst>
      </pc:sldChg>
      <pc:sldChg chg="modSp mod">
        <pc:chgData name="Ingo Frommholz" userId="ee3b4549-206f-4e4f-93a1-b7ff676f0af7" providerId="ADAL" clId="{01C9BAEC-4633-A948-9C28-B77B3E006DBF}" dt="2025-04-28T07:38:18.410" v="199" actId="20577"/>
        <pc:sldMkLst>
          <pc:docMk/>
          <pc:sldMk cId="887298038" sldId="943"/>
        </pc:sldMkLst>
        <pc:spChg chg="mod">
          <ac:chgData name="Ingo Frommholz" userId="ee3b4549-206f-4e4f-93a1-b7ff676f0af7" providerId="ADAL" clId="{01C9BAEC-4633-A948-9C28-B77B3E006DBF}" dt="2025-04-28T07:38:18.410" v="199" actId="20577"/>
          <ac:spMkLst>
            <pc:docMk/>
            <pc:sldMk cId="887298038" sldId="943"/>
            <ac:spMk id="4" creationId="{B1AB2DE2-BFB4-403B-9976-58C0812A00AF}"/>
          </ac:spMkLst>
        </pc:spChg>
      </pc:sldChg>
      <pc:sldChg chg="addSp delSp modSp mod">
        <pc:chgData name="Ingo Frommholz" userId="ee3b4549-206f-4e4f-93a1-b7ff676f0af7" providerId="ADAL" clId="{01C9BAEC-4633-A948-9C28-B77B3E006DBF}" dt="2025-05-04T17:26:48.125" v="308" actId="20577"/>
        <pc:sldMkLst>
          <pc:docMk/>
          <pc:sldMk cId="1257525519" sldId="944"/>
        </pc:sldMkLst>
        <pc:spChg chg="mod">
          <ac:chgData name="Ingo Frommholz" userId="ee3b4549-206f-4e4f-93a1-b7ff676f0af7" providerId="ADAL" clId="{01C9BAEC-4633-A948-9C28-B77B3E006DBF}" dt="2025-05-04T17:26:48.125" v="308" actId="20577"/>
          <ac:spMkLst>
            <pc:docMk/>
            <pc:sldMk cId="1257525519" sldId="944"/>
            <ac:spMk id="45" creationId="{A8884AE5-3D47-4635-BD0A-863F1B654D33}"/>
          </ac:spMkLst>
        </pc:spChg>
      </pc:sldChg>
      <pc:sldChg chg="modSp">
        <pc:chgData name="Ingo Frommholz" userId="ee3b4549-206f-4e4f-93a1-b7ff676f0af7" providerId="ADAL" clId="{01C9BAEC-4633-A948-9C28-B77B3E006DBF}" dt="2025-05-03T19:40:12.845" v="278" actId="20577"/>
        <pc:sldMkLst>
          <pc:docMk/>
          <pc:sldMk cId="3711198376" sldId="945"/>
        </pc:sldMkLst>
        <pc:spChg chg="mod">
          <ac:chgData name="Ingo Frommholz" userId="ee3b4549-206f-4e4f-93a1-b7ff676f0af7" providerId="ADAL" clId="{01C9BAEC-4633-A948-9C28-B77B3E006DBF}" dt="2025-05-03T19:40:12.845" v="278" actId="20577"/>
          <ac:spMkLst>
            <pc:docMk/>
            <pc:sldMk cId="3711198376" sldId="945"/>
            <ac:spMk id="45" creationId="{A8884AE5-3D47-4635-BD0A-863F1B654D33}"/>
          </ac:spMkLst>
        </pc:spChg>
      </pc:sldChg>
      <pc:sldChg chg="modSp mod">
        <pc:chgData name="Ingo Frommholz" userId="ee3b4549-206f-4e4f-93a1-b7ff676f0af7" providerId="ADAL" clId="{01C9BAEC-4633-A948-9C28-B77B3E006DBF}" dt="2025-05-04T17:34:47.540" v="338" actId="20577"/>
        <pc:sldMkLst>
          <pc:docMk/>
          <pc:sldMk cId="2999504057" sldId="946"/>
        </pc:sldMkLst>
        <pc:spChg chg="mod">
          <ac:chgData name="Ingo Frommholz" userId="ee3b4549-206f-4e4f-93a1-b7ff676f0af7" providerId="ADAL" clId="{01C9BAEC-4633-A948-9C28-B77B3E006DBF}" dt="2025-05-04T17:34:47.540" v="338" actId="20577"/>
          <ac:spMkLst>
            <pc:docMk/>
            <pc:sldMk cId="2999504057" sldId="946"/>
            <ac:spMk id="2" creationId="{AB1EA7F6-CEB4-E947-A101-B48740C76EEB}"/>
          </ac:spMkLst>
        </pc:spChg>
        <pc:spChg chg="mod">
          <ac:chgData name="Ingo Frommholz" userId="ee3b4549-206f-4e4f-93a1-b7ff676f0af7" providerId="ADAL" clId="{01C9BAEC-4633-A948-9C28-B77B3E006DBF}" dt="2025-04-27T20:37:03.648" v="149" actId="20577"/>
          <ac:spMkLst>
            <pc:docMk/>
            <pc:sldMk cId="2999504057" sldId="946"/>
            <ac:spMk id="45" creationId="{A8884AE5-3D47-4635-BD0A-863F1B654D33}"/>
          </ac:spMkLst>
        </pc:spChg>
      </pc:sldChg>
      <pc:sldChg chg="addSp delSp modSp mod">
        <pc:chgData name="Ingo Frommholz" userId="ee3b4549-206f-4e4f-93a1-b7ff676f0af7" providerId="ADAL" clId="{01C9BAEC-4633-A948-9C28-B77B3E006DBF}" dt="2025-04-28T09:58:30.547" v="202"/>
        <pc:sldMkLst>
          <pc:docMk/>
          <pc:sldMk cId="3680780438" sldId="949"/>
        </pc:sldMkLst>
      </pc:sldChg>
      <pc:sldChg chg="modSp">
        <pc:chgData name="Ingo Frommholz" userId="ee3b4549-206f-4e4f-93a1-b7ff676f0af7" providerId="ADAL" clId="{01C9BAEC-4633-A948-9C28-B77B3E006DBF}" dt="2025-05-03T19:43:00.795" v="279" actId="113"/>
        <pc:sldMkLst>
          <pc:docMk/>
          <pc:sldMk cId="1595814690" sldId="950"/>
        </pc:sldMkLst>
        <pc:spChg chg="mod">
          <ac:chgData name="Ingo Frommholz" userId="ee3b4549-206f-4e4f-93a1-b7ff676f0af7" providerId="ADAL" clId="{01C9BAEC-4633-A948-9C28-B77B3E006DBF}" dt="2025-05-03T19:43:00.795" v="279" actId="113"/>
          <ac:spMkLst>
            <pc:docMk/>
            <pc:sldMk cId="1595814690" sldId="950"/>
            <ac:spMk id="45" creationId="{A8884AE5-3D47-4635-BD0A-863F1B654D33}"/>
          </ac:spMkLst>
        </pc:spChg>
      </pc:sldChg>
      <pc:sldChg chg="delSp modSp mod">
        <pc:chgData name="Ingo Frommholz" userId="ee3b4549-206f-4e4f-93a1-b7ff676f0af7" providerId="ADAL" clId="{01C9BAEC-4633-A948-9C28-B77B3E006DBF}" dt="2025-05-05T13:09:14.424" v="469" actId="21"/>
        <pc:sldMkLst>
          <pc:docMk/>
          <pc:sldMk cId="80388761" sldId="951"/>
        </pc:sldMkLst>
        <pc:spChg chg="mod">
          <ac:chgData name="Ingo Frommholz" userId="ee3b4549-206f-4e4f-93a1-b7ff676f0af7" providerId="ADAL" clId="{01C9BAEC-4633-A948-9C28-B77B3E006DBF}" dt="2025-05-03T19:44:04.809" v="299" actId="20577"/>
          <ac:spMkLst>
            <pc:docMk/>
            <pc:sldMk cId="80388761" sldId="951"/>
            <ac:spMk id="45" creationId="{A8884AE5-3D47-4635-BD0A-863F1B654D33}"/>
          </ac:spMkLst>
        </pc:spChg>
        <pc:inkChg chg="del">
          <ac:chgData name="Ingo Frommholz" userId="ee3b4549-206f-4e4f-93a1-b7ff676f0af7" providerId="ADAL" clId="{01C9BAEC-4633-A948-9C28-B77B3E006DBF}" dt="2025-05-05T13:09:14.424" v="469" actId="21"/>
          <ac:inkMkLst>
            <pc:docMk/>
            <pc:sldMk cId="80388761" sldId="951"/>
            <ac:inkMk id="3" creationId="{DD177541-4816-D04E-66AD-4FC56B7B937A}"/>
          </ac:inkMkLst>
        </pc:inkChg>
      </pc:sldChg>
      <pc:sldChg chg="addSp delSp modSp mod">
        <pc:chgData name="Ingo Frommholz" userId="ee3b4549-206f-4e4f-93a1-b7ff676f0af7" providerId="ADAL" clId="{01C9BAEC-4633-A948-9C28-B77B3E006DBF}" dt="2025-05-05T13:09:21.994" v="470" actId="21"/>
        <pc:sldMkLst>
          <pc:docMk/>
          <pc:sldMk cId="1638986951" sldId="952"/>
        </pc:sldMkLst>
        <pc:spChg chg="add del mod">
          <ac:chgData name="Ingo Frommholz" userId="ee3b4549-206f-4e4f-93a1-b7ff676f0af7" providerId="ADAL" clId="{01C9BAEC-4633-A948-9C28-B77B3E006DBF}" dt="2025-05-04T19:56:08.062" v="342"/>
          <ac:spMkLst>
            <pc:docMk/>
            <pc:sldMk cId="1638986951" sldId="952"/>
            <ac:spMk id="3" creationId="{84D58F03-084E-B208-FEB4-4B1B13B8F99C}"/>
          </ac:spMkLst>
        </pc:spChg>
        <pc:spChg chg="mod">
          <ac:chgData name="Ingo Frommholz" userId="ee3b4549-206f-4e4f-93a1-b7ff676f0af7" providerId="ADAL" clId="{01C9BAEC-4633-A948-9C28-B77B3E006DBF}" dt="2025-05-04T20:37:11.777" v="467" actId="20577"/>
          <ac:spMkLst>
            <pc:docMk/>
            <pc:sldMk cId="1638986951" sldId="952"/>
            <ac:spMk id="45" creationId="{A8884AE5-3D47-4635-BD0A-863F1B654D33}"/>
          </ac:spMkLst>
        </pc:spChg>
        <pc:inkChg chg="del">
          <ac:chgData name="Ingo Frommholz" userId="ee3b4549-206f-4e4f-93a1-b7ff676f0af7" providerId="ADAL" clId="{01C9BAEC-4633-A948-9C28-B77B3E006DBF}" dt="2025-05-05T13:09:21.994" v="470" actId="21"/>
          <ac:inkMkLst>
            <pc:docMk/>
            <pc:sldMk cId="1638986951" sldId="952"/>
            <ac:inkMk id="3" creationId="{15DAB43B-E56A-9C2B-BFE4-B6AB9F092A31}"/>
          </ac:inkMkLst>
        </pc:inkChg>
      </pc:sldChg>
      <pc:sldChg chg="modSp">
        <pc:chgData name="Ingo Frommholz" userId="ee3b4549-206f-4e4f-93a1-b7ff676f0af7" providerId="ADAL" clId="{01C9BAEC-4633-A948-9C28-B77B3E006DBF}" dt="2025-04-27T21:14:55.300" v="155" actId="20577"/>
        <pc:sldMkLst>
          <pc:docMk/>
          <pc:sldMk cId="662158765" sldId="953"/>
        </pc:sldMkLst>
        <pc:spChg chg="mod">
          <ac:chgData name="Ingo Frommholz" userId="ee3b4549-206f-4e4f-93a1-b7ff676f0af7" providerId="ADAL" clId="{01C9BAEC-4633-A948-9C28-B77B3E006DBF}" dt="2025-04-27T21:14:55.300" v="155" actId="20577"/>
          <ac:spMkLst>
            <pc:docMk/>
            <pc:sldMk cId="662158765" sldId="953"/>
            <ac:spMk id="45" creationId="{A8884AE5-3D47-4635-BD0A-863F1B654D33}"/>
          </ac:spMkLst>
        </pc:spChg>
      </pc:sldChg>
      <pc:sldChg chg="modSp mod">
        <pc:chgData name="Ingo Frommholz" userId="ee3b4549-206f-4e4f-93a1-b7ff676f0af7" providerId="ADAL" clId="{01C9BAEC-4633-A948-9C28-B77B3E006DBF}" dt="2025-05-04T20:04:08.504" v="435" actId="20577"/>
        <pc:sldMkLst>
          <pc:docMk/>
          <pc:sldMk cId="2019404222" sldId="954"/>
        </pc:sldMkLst>
        <pc:spChg chg="mod">
          <ac:chgData name="Ingo Frommholz" userId="ee3b4549-206f-4e4f-93a1-b7ff676f0af7" providerId="ADAL" clId="{01C9BAEC-4633-A948-9C28-B77B3E006DBF}" dt="2025-05-04T20:04:08.504" v="435" actId="20577"/>
          <ac:spMkLst>
            <pc:docMk/>
            <pc:sldMk cId="2019404222" sldId="954"/>
            <ac:spMk id="45" creationId="{A8884AE5-3D47-4635-BD0A-863F1B654D33}"/>
          </ac:spMkLst>
        </pc:spChg>
      </pc:sldChg>
      <pc:sldChg chg="modSp">
        <pc:chgData name="Ingo Frommholz" userId="ee3b4549-206f-4e4f-93a1-b7ff676f0af7" providerId="ADAL" clId="{01C9BAEC-4633-A948-9C28-B77B3E006DBF}" dt="2025-04-27T22:15:14.770" v="160" actId="20577"/>
        <pc:sldMkLst>
          <pc:docMk/>
          <pc:sldMk cId="1151524688" sldId="956"/>
        </pc:sldMkLst>
        <pc:spChg chg="mod">
          <ac:chgData name="Ingo Frommholz" userId="ee3b4549-206f-4e4f-93a1-b7ff676f0af7" providerId="ADAL" clId="{01C9BAEC-4633-A948-9C28-B77B3E006DBF}" dt="2025-04-27T22:15:14.770" v="160" actId="20577"/>
          <ac:spMkLst>
            <pc:docMk/>
            <pc:sldMk cId="1151524688" sldId="956"/>
            <ac:spMk id="45" creationId="{A8884AE5-3D47-4635-BD0A-863F1B654D33}"/>
          </ac:spMkLst>
        </pc:spChg>
      </pc:sldChg>
      <pc:sldChg chg="addSp delSp modSp mod">
        <pc:chgData name="Ingo Frommholz" userId="ee3b4549-206f-4e4f-93a1-b7ff676f0af7" providerId="ADAL" clId="{01C9BAEC-4633-A948-9C28-B77B3E006DBF}" dt="2025-05-03T19:05:50.522" v="254"/>
        <pc:sldMkLst>
          <pc:docMk/>
          <pc:sldMk cId="4039565090" sldId="958"/>
        </pc:sldMkLst>
      </pc:sldChg>
      <pc:sldChg chg="addSp delSp modSp mod">
        <pc:chgData name="Ingo Frommholz" userId="ee3b4549-206f-4e4f-93a1-b7ff676f0af7" providerId="ADAL" clId="{01C9BAEC-4633-A948-9C28-B77B3E006DBF}" dt="2025-05-04T20:09:09.450" v="437" actId="478"/>
        <pc:sldMkLst>
          <pc:docMk/>
          <pc:sldMk cId="272399731" sldId="960"/>
        </pc:sldMkLst>
        <pc:spChg chg="mod">
          <ac:chgData name="Ingo Frommholz" userId="ee3b4549-206f-4e4f-93a1-b7ff676f0af7" providerId="ADAL" clId="{01C9BAEC-4633-A948-9C28-B77B3E006DBF}" dt="2025-04-27T21:15:48.397" v="157" actId="20577"/>
          <ac:spMkLst>
            <pc:docMk/>
            <pc:sldMk cId="272399731" sldId="960"/>
            <ac:spMk id="4" creationId="{B1AB2DE2-BFB4-403B-9976-58C0812A00AF}"/>
          </ac:spMkLst>
        </pc:spChg>
        <pc:spChg chg="add del">
          <ac:chgData name="Ingo Frommholz" userId="ee3b4549-206f-4e4f-93a1-b7ff676f0af7" providerId="ADAL" clId="{01C9BAEC-4633-A948-9C28-B77B3E006DBF}" dt="2025-05-04T20:09:09.450" v="437" actId="478"/>
          <ac:spMkLst>
            <pc:docMk/>
            <pc:sldMk cId="272399731" sldId="960"/>
            <ac:spMk id="5" creationId="{113C1333-B17B-DCF1-AC73-DAE08CB9ECE0}"/>
          </ac:spMkLst>
        </pc:spChg>
      </pc:sldChg>
      <pc:sldChg chg="del">
        <pc:chgData name="Ingo Frommholz" userId="ee3b4549-206f-4e4f-93a1-b7ff676f0af7" providerId="ADAL" clId="{01C9BAEC-4633-A948-9C28-B77B3E006DBF}" dt="2025-05-05T13:08:53.707" v="468" actId="2696"/>
        <pc:sldMkLst>
          <pc:docMk/>
          <pc:sldMk cId="704598938" sldId="961"/>
        </pc:sldMkLst>
      </pc:sldChg>
      <pc:sldChg chg="add">
        <pc:chgData name="Ingo Frommholz" userId="ee3b4549-206f-4e4f-93a1-b7ff676f0af7" providerId="ADAL" clId="{01C9BAEC-4633-A948-9C28-B77B3E006DBF}" dt="2025-04-28T13:16:50.066" v="207" actId="2890"/>
        <pc:sldMkLst>
          <pc:docMk/>
          <pc:sldMk cId="3616544710" sldId="962"/>
        </pc:sldMkLst>
      </pc:sldChg>
      <pc:sldChg chg="new del">
        <pc:chgData name="Ingo Frommholz" userId="ee3b4549-206f-4e4f-93a1-b7ff676f0af7" providerId="ADAL" clId="{01C9BAEC-4633-A948-9C28-B77B3E006DBF}" dt="2025-04-28T13:17:09.048" v="209" actId="2696"/>
        <pc:sldMkLst>
          <pc:docMk/>
          <pc:sldMk cId="82790928" sldId="963"/>
        </pc:sldMkLst>
      </pc:sldChg>
      <pc:sldChg chg="addSp delSp modSp add mod">
        <pc:chgData name="Ingo Frommholz" userId="ee3b4549-206f-4e4f-93a1-b7ff676f0af7" providerId="ADAL" clId="{01C9BAEC-4633-A948-9C28-B77B3E006DBF}" dt="2025-04-28T13:49:10.595" v="245" actId="1076"/>
        <pc:sldMkLst>
          <pc:docMk/>
          <pc:sldMk cId="3482836868" sldId="963"/>
        </pc:sldMkLst>
        <pc:spChg chg="mod">
          <ac:chgData name="Ingo Frommholz" userId="ee3b4549-206f-4e4f-93a1-b7ff676f0af7" providerId="ADAL" clId="{01C9BAEC-4633-A948-9C28-B77B3E006DBF}" dt="2025-04-28T13:17:52.393" v="231" actId="20577"/>
          <ac:spMkLst>
            <pc:docMk/>
            <pc:sldMk cId="3482836868" sldId="963"/>
            <ac:spMk id="2" creationId="{B3B32212-BCC2-7550-6D65-AA916CCD4CC8}"/>
          </ac:spMkLst>
        </pc:spChg>
        <pc:spChg chg="add mod">
          <ac:chgData name="Ingo Frommholz" userId="ee3b4549-206f-4e4f-93a1-b7ff676f0af7" providerId="ADAL" clId="{01C9BAEC-4633-A948-9C28-B77B3E006DBF}" dt="2025-04-28T13:49:10.595" v="245" actId="1076"/>
          <ac:spMkLst>
            <pc:docMk/>
            <pc:sldMk cId="3482836868" sldId="963"/>
            <ac:spMk id="3" creationId="{B6AD3CC1-81D6-51B2-2862-7520934951CD}"/>
          </ac:spMkLst>
        </pc:spChg>
      </pc:sldChg>
      <pc:sldChg chg="del">
        <pc:chgData name="Ingo Frommholz" userId="ee3b4549-206f-4e4f-93a1-b7ff676f0af7" providerId="ADAL" clId="{01C9BAEC-4633-A948-9C28-B77B3E006DBF}" dt="2025-05-05T14:27:14.874" v="471" actId="2696"/>
        <pc:sldMkLst>
          <pc:docMk/>
          <pc:sldMk cId="2763848241" sldId="964"/>
        </pc:sldMkLst>
      </pc:sldChg>
      <pc:sldMasterChg chg="modSldLayout">
        <pc:chgData name="Ingo Frommholz" userId="ee3b4549-206f-4e4f-93a1-b7ff676f0af7" providerId="ADAL" clId="{01C9BAEC-4633-A948-9C28-B77B3E006DBF}" dt="2025-05-03T19:09:02.065" v="265" actId="20577"/>
        <pc:sldMasterMkLst>
          <pc:docMk/>
          <pc:sldMasterMk cId="0" sldId="2147483648"/>
        </pc:sldMasterMkLst>
        <pc:sldLayoutChg chg="modSp mod">
          <pc:chgData name="Ingo Frommholz" userId="ee3b4549-206f-4e4f-93a1-b7ff676f0af7" providerId="ADAL" clId="{01C9BAEC-4633-A948-9C28-B77B3E006DBF}" dt="2025-05-03T19:09:02.065" v="265" actId="20577"/>
          <pc:sldLayoutMkLst>
            <pc:docMk/>
            <pc:sldMasterMk cId="0" sldId="2147483648"/>
            <pc:sldLayoutMk cId="0" sldId="2147483650"/>
          </pc:sldLayoutMkLst>
          <pc:spChg chg="mod">
            <ac:chgData name="Ingo Frommholz" userId="ee3b4549-206f-4e4f-93a1-b7ff676f0af7" providerId="ADAL" clId="{01C9BAEC-4633-A948-9C28-B77B3E006DBF}" dt="2025-05-03T19:09:02.065" v="265" actId="20577"/>
            <ac:spMkLst>
              <pc:docMk/>
              <pc:sldMasterMk cId="0" sldId="2147483648"/>
              <pc:sldLayoutMk cId="0" sldId="2147483650"/>
              <ac:spMk id="2" creationId="{EAB9558B-27C5-4CC8-9685-151D67DE7720}"/>
            </ac:spMkLst>
          </pc:spChg>
        </pc:sldLayoutChg>
      </pc:sldMasterChg>
      <pc:sldMasterChg chg="modSldLayout">
        <pc:chgData name="Ingo Frommholz" userId="ee3b4549-206f-4e4f-93a1-b7ff676f0af7" providerId="ADAL" clId="{01C9BAEC-4633-A948-9C28-B77B3E006DBF}" dt="2025-05-03T19:09:24.967" v="269" actId="20577"/>
        <pc:sldMasterMkLst>
          <pc:docMk/>
          <pc:sldMasterMk cId="246224536" sldId="2147483651"/>
        </pc:sldMasterMkLst>
        <pc:sldLayoutChg chg="modSp mod">
          <pc:chgData name="Ingo Frommholz" userId="ee3b4549-206f-4e4f-93a1-b7ff676f0af7" providerId="ADAL" clId="{01C9BAEC-4633-A948-9C28-B77B3E006DBF}" dt="2025-05-03T19:09:17.640" v="267" actId="20577"/>
          <pc:sldLayoutMkLst>
            <pc:docMk/>
            <pc:sldMasterMk cId="246224536" sldId="2147483651"/>
            <pc:sldLayoutMk cId="2895099428" sldId="2147483652"/>
          </pc:sldLayoutMkLst>
          <pc:spChg chg="mod">
            <ac:chgData name="Ingo Frommholz" userId="ee3b4549-206f-4e4f-93a1-b7ff676f0af7" providerId="ADAL" clId="{01C9BAEC-4633-A948-9C28-B77B3E006DBF}" dt="2025-05-03T19:09:17.640" v="267" actId="20577"/>
            <ac:spMkLst>
              <pc:docMk/>
              <pc:sldMasterMk cId="246224536" sldId="2147483651"/>
              <pc:sldLayoutMk cId="2895099428" sldId="2147483652"/>
              <ac:spMk id="2" creationId="{EAB9558B-27C5-4CC8-9685-151D67DE7720}"/>
            </ac:spMkLst>
          </pc:spChg>
        </pc:sldLayoutChg>
        <pc:sldLayoutChg chg="modSp mod">
          <pc:chgData name="Ingo Frommholz" userId="ee3b4549-206f-4e4f-93a1-b7ff676f0af7" providerId="ADAL" clId="{01C9BAEC-4633-A948-9C28-B77B3E006DBF}" dt="2025-05-03T19:09:24.967" v="269" actId="20577"/>
          <pc:sldLayoutMkLst>
            <pc:docMk/>
            <pc:sldMasterMk cId="246224536" sldId="2147483651"/>
            <pc:sldLayoutMk cId="159592073" sldId="2147483653"/>
          </pc:sldLayoutMkLst>
          <pc:spChg chg="mod">
            <ac:chgData name="Ingo Frommholz" userId="ee3b4549-206f-4e4f-93a1-b7ff676f0af7" providerId="ADAL" clId="{01C9BAEC-4633-A948-9C28-B77B3E006DBF}" dt="2025-05-03T19:09:24.967" v="269" actId="20577"/>
            <ac:spMkLst>
              <pc:docMk/>
              <pc:sldMasterMk cId="246224536" sldId="2147483651"/>
              <pc:sldLayoutMk cId="159592073" sldId="2147483653"/>
              <ac:spMk id="2" creationId="{EAB9558B-27C5-4CC8-9685-151D67DE7720}"/>
            </ac:spMkLst>
          </pc:spChg>
        </pc:sldLayoutChg>
      </pc:sldMasterChg>
    </pc:docChg>
  </pc:docChgLst>
  <pc:docChgLst>
    <pc:chgData name="Ingo Frommholz" userId="ee3b4549-206f-4e4f-93a1-b7ff676f0af7" providerId="ADAL" clId="{F52DC6B1-A039-DD46-9655-E70DCEDE3AE4}"/>
    <pc:docChg chg="custSel addSld modSld">
      <pc:chgData name="Ingo Frommholz" userId="ee3b4549-206f-4e4f-93a1-b7ff676f0af7" providerId="ADAL" clId="{F52DC6B1-A039-DD46-9655-E70DCEDE3AE4}" dt="2025-05-05T12:37:35.811" v="2" actId="21"/>
      <pc:docMkLst>
        <pc:docMk/>
      </pc:docMkLst>
      <pc:sldChg chg="addSp">
        <pc:chgData name="Ingo Frommholz" userId="ee3b4549-206f-4e4f-93a1-b7ff676f0af7" providerId="ADAL" clId="{F52DC6B1-A039-DD46-9655-E70DCEDE3AE4}" dt="2025-05-05T12:37:27.901" v="0" actId="7634"/>
        <pc:sldMkLst>
          <pc:docMk/>
          <pc:sldMk cId="80388761" sldId="951"/>
        </pc:sldMkLst>
        <pc:inkChg chg="add">
          <ac:chgData name="Ingo Frommholz" userId="ee3b4549-206f-4e4f-93a1-b7ff676f0af7" providerId="ADAL" clId="{F52DC6B1-A039-DD46-9655-E70DCEDE3AE4}" dt="2025-05-05T12:37:27.901" v="0" actId="7634"/>
          <ac:inkMkLst>
            <pc:docMk/>
            <pc:sldMk cId="80388761" sldId="951"/>
            <ac:inkMk id="3" creationId="{DD177541-4816-D04E-66AD-4FC56B7B937A}"/>
          </ac:inkMkLst>
        </pc:inkChg>
      </pc:sldChg>
      <pc:sldChg chg="addSp">
        <pc:chgData name="Ingo Frommholz" userId="ee3b4549-206f-4e4f-93a1-b7ff676f0af7" providerId="ADAL" clId="{F52DC6B1-A039-DD46-9655-E70DCEDE3AE4}" dt="2025-05-05T12:37:27.901" v="0" actId="7634"/>
        <pc:sldMkLst>
          <pc:docMk/>
          <pc:sldMk cId="1638986951" sldId="952"/>
        </pc:sldMkLst>
        <pc:inkChg chg="add">
          <ac:chgData name="Ingo Frommholz" userId="ee3b4549-206f-4e4f-93a1-b7ff676f0af7" providerId="ADAL" clId="{F52DC6B1-A039-DD46-9655-E70DCEDE3AE4}" dt="2025-05-05T12:37:27.901" v="0" actId="7634"/>
          <ac:inkMkLst>
            <pc:docMk/>
            <pc:sldMk cId="1638986951" sldId="952"/>
            <ac:inkMk id="3" creationId="{15DAB43B-E56A-9C2B-BFE4-B6AB9F092A31}"/>
          </ac:inkMkLst>
        </pc:inkChg>
      </pc:sldChg>
      <pc:sldChg chg="delSp new">
        <pc:chgData name="Ingo Frommholz" userId="ee3b4549-206f-4e4f-93a1-b7ff676f0af7" providerId="ADAL" clId="{F52DC6B1-A039-DD46-9655-E70DCEDE3AE4}" dt="2025-05-05T12:37:35.811" v="2" actId="21"/>
        <pc:sldMkLst>
          <pc:docMk/>
          <pc:sldMk cId="2763848241" sldId="964"/>
        </pc:sldMkLst>
        <pc:spChg chg="del">
          <ac:chgData name="Ingo Frommholz" userId="ee3b4549-206f-4e4f-93a1-b7ff676f0af7" providerId="ADAL" clId="{F52DC6B1-A039-DD46-9655-E70DCEDE3AE4}" dt="2025-05-05T12:37:35.811" v="2" actId="21"/>
          <ac:spMkLst>
            <pc:docMk/>
            <pc:sldMk cId="2763848241" sldId="964"/>
            <ac:spMk id="3" creationId="{AB779DFA-A240-733C-1CB6-521FD6CEAAD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64A2C434-A054-4EBF-8388-E049AC0EAE3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>
              <a:latin typeface="Blackadder ITC" panose="04020505051007020D02" pitchFamily="82" charset="0"/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6BE634D-62FB-45E6-853B-82932D9990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0D981-3C41-4E48-8B75-4D8577123F2D}" type="datetimeFigureOut">
              <a:rPr lang="de-AT" sz="1400" smtClean="0">
                <a:latin typeface="Calibri" panose="020F0502020204030204" pitchFamily="34" charset="0"/>
                <a:cs typeface="Calibri" panose="020F0502020204030204" pitchFamily="34" charset="0"/>
              </a:rPr>
              <a:t>12.04.26</a:t>
            </a:fld>
            <a:endParaRPr lang="de-AT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19ACCF7-6517-46DE-B295-84FC964BBC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>
              <a:latin typeface="Blackadder ITC" panose="04020505051007020D02" pitchFamily="82" charset="0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9E50896-C0DC-4B6A-AB93-D800C089ED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5CC917-7134-4DD0-998C-C7645B2DB20B}" type="slidenum">
              <a:rPr lang="de-AT" sz="1400" smtClean="0"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endParaRPr lang="de-AT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36807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200" b="0" i="0" u="none" strike="noStrike" cap="none">
        <a:solidFill>
          <a:srgbClr val="000000"/>
        </a:solidFill>
        <a:latin typeface="Blackadder ITC" panose="04020505051007020D02" pitchFamily="82" charset="0"/>
        <a:ea typeface="Blackadder ITC" panose="04020505051007020D02" pitchFamily="82" charset="0"/>
        <a:cs typeface="Calibri" panose="020F0502020204030204" pitchFamily="34" charset="0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de-DE" sz="1400" b="0" i="0" u="none" strike="noStrike" cap="none">
                <a:solidFill>
                  <a:srgbClr val="000000"/>
                </a:solidFill>
                <a:latin typeface="Blackadder ITC" panose="04020505051007020D02" pitchFamily="82" charset="0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Blackadder ITC" panose="04020505051007020D02" pitchFamily="82" charset="0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203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065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5756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7017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78872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32994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69579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48011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42101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46391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45307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1450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88066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83435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67356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56581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3308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07117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6190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9EA94-5F0B-001E-A21A-132BD0019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89A6535C-5E26-F4CF-AFAF-B908643CD0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AT" dirty="0"/>
              <a:t>The mask “</a:t>
            </a:r>
            <a:r>
              <a:rPr lang="en-GB" dirty="0">
                <a:latin typeface="Andale Mono" panose="020B0509000000000004" pitchFamily="49" charset="0"/>
                <a:cs typeface="Courier New" panose="02070309020205020404" pitchFamily="49" charset="0"/>
              </a:rPr>
              <a:t>&amp; 0xFFFFFFFF</a:t>
            </a:r>
            <a:r>
              <a:rPr lang="en-AT" dirty="0"/>
              <a:t>“ ensures we have 32-bit integers.</a:t>
            </a:r>
          </a:p>
        </p:txBody>
      </p:sp>
    </p:spTree>
    <p:extLst>
      <p:ext uri="{BB962C8B-B14F-4D97-AF65-F5344CB8AC3E}">
        <p14:creationId xmlns:p14="http://schemas.microsoft.com/office/powerpoint/2010/main" val="41886439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48206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54067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03833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04593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83755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74187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4341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06252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32696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13A1F953-6361-FF3E-088D-DC9FFA820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T" dirty="0"/>
              <a:t>% is the modulo operation.</a:t>
            </a:r>
          </a:p>
        </p:txBody>
      </p:sp>
    </p:spTree>
    <p:extLst>
      <p:ext uri="{BB962C8B-B14F-4D97-AF65-F5344CB8AC3E}">
        <p14:creationId xmlns:p14="http://schemas.microsoft.com/office/powerpoint/2010/main" val="31773074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177691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591172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839583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891560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75325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709293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9470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1e8dd047e_0_1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1e8dd047e_0_15"/>
          <p:cNvSpPr txBox="1">
            <a:spLocks noGrp="1"/>
          </p:cNvSpPr>
          <p:nvPr>
            <p:ph type="body" idx="1"/>
          </p:nvPr>
        </p:nvSpPr>
        <p:spPr>
          <a:xfrm>
            <a:off x="2286000" y="338760"/>
            <a:ext cx="6399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AB9558B-27C5-4CC8-9685-151D67DE7720}"/>
              </a:ext>
            </a:extLst>
          </p:cNvPr>
          <p:cNvSpPr txBox="1"/>
          <p:nvPr userDrawn="1"/>
        </p:nvSpPr>
        <p:spPr>
          <a:xfrm>
            <a:off x="8180615" y="6434758"/>
            <a:ext cx="8219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600" baseline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fld id="{CE9CBD56-2686-4AAC-B011-CC68FE510BD3}" type="slidenum">
              <a:rPr lang="de-AT" sz="1600" baseline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r>
              <a:rPr lang="de-AT" sz="1600" baseline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Title,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1e8dd047e_0_1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1e8dd047e_0_15"/>
          <p:cNvSpPr txBox="1">
            <a:spLocks noGrp="1"/>
          </p:cNvSpPr>
          <p:nvPr>
            <p:ph type="body" idx="1"/>
          </p:nvPr>
        </p:nvSpPr>
        <p:spPr>
          <a:xfrm>
            <a:off x="2286000" y="338760"/>
            <a:ext cx="6399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AB9558B-27C5-4CC8-9685-151D67DE7720}"/>
              </a:ext>
            </a:extLst>
          </p:cNvPr>
          <p:cNvSpPr txBox="1"/>
          <p:nvPr userDrawn="1"/>
        </p:nvSpPr>
        <p:spPr>
          <a:xfrm>
            <a:off x="8172798" y="6415123"/>
            <a:ext cx="1232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</a:t>
            </a:r>
            <a:fld id="{CE9CBD56-2686-4AAC-B011-CC68FE510BD3}" type="slidenum">
              <a:rPr lang="de-AT" sz="160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‹#›</a:t>
            </a:fld>
            <a:endParaRPr lang="de-AT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099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 preserve="1">
  <p:cSld name="1_Title,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1e8dd047e_0_1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1e8dd047e_0_15"/>
          <p:cNvSpPr txBox="1">
            <a:spLocks noGrp="1"/>
          </p:cNvSpPr>
          <p:nvPr>
            <p:ph type="body" idx="1"/>
          </p:nvPr>
        </p:nvSpPr>
        <p:spPr>
          <a:xfrm>
            <a:off x="619431" y="2142979"/>
            <a:ext cx="7934633" cy="3525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AB9558B-27C5-4CC8-9685-151D67DE7720}"/>
              </a:ext>
            </a:extLst>
          </p:cNvPr>
          <p:cNvSpPr txBox="1"/>
          <p:nvPr userDrawn="1"/>
        </p:nvSpPr>
        <p:spPr>
          <a:xfrm>
            <a:off x="8171188" y="6415123"/>
            <a:ext cx="1232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</a:t>
            </a:r>
            <a:fld id="{CE9CBD56-2686-4AAC-B011-CC68FE510BD3}" type="slidenum">
              <a:rPr lang="de-AT" sz="160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‹#›</a:t>
            </a:fld>
            <a:r>
              <a:rPr lang="de-AT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9592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g61e8dd047e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g61e8dd047e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g61e8dd047e_0_0"/>
          <p:cNvSpPr/>
          <p:nvPr/>
        </p:nvSpPr>
        <p:spPr>
          <a:xfrm>
            <a:off x="3657600" y="1481760"/>
            <a:ext cx="1842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Blackadder ITC" panose="04020505051007020D02" pitchFamily="82" charset="0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g61e8dd047e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g61e8dd047e_0_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g61e8dd047e_0_0"/>
          <p:cNvSpPr/>
          <p:nvPr/>
        </p:nvSpPr>
        <p:spPr>
          <a:xfrm>
            <a:off x="3657600" y="1481760"/>
            <a:ext cx="1842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22453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3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29.xml"/><Relationship Id="rId5" Type="http://schemas.openxmlformats.org/officeDocument/2006/relationships/slide" Target="slide13.xml"/><Relationship Id="rId4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fromm/dsa/blob/main/data/words.txt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6858046"/>
          </a:xfrm>
          <a:prstGeom prst="rect">
            <a:avLst/>
          </a:prstGeom>
          <a:solidFill>
            <a:srgbClr val="D3242A"/>
          </a:solidFill>
          <a:ln>
            <a:noFill/>
          </a:ln>
        </p:spPr>
      </p:pic>
      <p:sp>
        <p:nvSpPr>
          <p:cNvPr id="79" name="Google Shape;79;p1"/>
          <p:cNvSpPr txBox="1">
            <a:spLocks noGrp="1"/>
          </p:cNvSpPr>
          <p:nvPr>
            <p:ph type="title"/>
          </p:nvPr>
        </p:nvSpPr>
        <p:spPr>
          <a:xfrm>
            <a:off x="353192" y="4030874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 sz="4400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Algorithms and Data Structures</a:t>
            </a:r>
            <a:endParaRPr lang="en-US" sz="4400" b="1" noProof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lang="en-US" sz="4400" b="1" noProof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"/>
          <p:cNvSpPr txBox="1">
            <a:spLocks noGrp="1"/>
          </p:cNvSpPr>
          <p:nvPr>
            <p:ph type="body" idx="1"/>
          </p:nvPr>
        </p:nvSpPr>
        <p:spPr>
          <a:xfrm>
            <a:off x="2653747" y="5177563"/>
            <a:ext cx="3836506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buSzPts val="800"/>
            </a:pPr>
            <a:r>
              <a:rPr lang="en-US" sz="3200" b="0" i="0" u="none" strike="noStrike" cap="none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Unit 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3200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0" i="0" u="none" strike="noStrike" cap="none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3200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sz="3200" b="0" i="0" u="none" strike="noStrike" cap="none" noProof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Hash Tables</a:t>
            </a:r>
            <a:endParaRPr lang="en-US" sz="3200" b="0" i="0" u="none" strike="noStrike" cap="none" noProof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5EBE914-4CDA-45B5-B72B-D9613B9F4C3F}"/>
              </a:ext>
            </a:extLst>
          </p:cNvPr>
          <p:cNvSpPr/>
          <p:nvPr/>
        </p:nvSpPr>
        <p:spPr>
          <a:xfrm>
            <a:off x="8147261" y="6409467"/>
            <a:ext cx="702051" cy="316357"/>
          </a:xfrm>
          <a:prstGeom prst="rect">
            <a:avLst/>
          </a:prstGeom>
          <a:solidFill>
            <a:srgbClr val="D324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latin typeface="Blackadder ITC" panose="04020505051007020D02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3DF1F2-DCD9-25A9-DB30-24B849C34EFF}"/>
              </a:ext>
            </a:extLst>
          </p:cNvPr>
          <p:cNvSpPr txBox="1"/>
          <p:nvPr/>
        </p:nvSpPr>
        <p:spPr>
          <a:xfrm>
            <a:off x="-447261" y="2683565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T"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313944" y="274320"/>
            <a:ext cx="8458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Outline</a:t>
            </a:r>
            <a:endParaRPr lang="en-US" noProof="0">
              <a:solidFill>
                <a:schemeClr val="dk1"/>
              </a:solidFill>
            </a:endParaRPr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6216"/>
            <a:ext cx="8229600" cy="1717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9E762BB-C30C-4581-B3C1-7319E93FAD44}"/>
              </a:ext>
            </a:extLst>
          </p:cNvPr>
          <p:cNvSpPr txBox="1"/>
          <p:nvPr/>
        </p:nvSpPr>
        <p:spPr>
          <a:xfrm>
            <a:off x="457200" y="1701579"/>
            <a:ext cx="75338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Maps and dictionaries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4" action="ppaction://hlinksldjump"/>
              </a:rPr>
              <a:t>Hash tables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5" action="ppaction://hlinksldjump"/>
              </a:rPr>
              <a:t>Hash functions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6" action="ppaction://hlinksldjump"/>
              </a:rPr>
              <a:t>Collision handling schemes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7" action="ppaction://hlinksldjump"/>
              </a:rPr>
              <a:t>Complexity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>
                <a:latin typeface="Calibri" panose="020F0502020204030204" pitchFamily="34" charset="0"/>
                <a:cs typeface="Calibri" panose="020F0502020204030204" pitchFamily="34" charset="0"/>
              </a:rPr>
              <a:t>Maps and dictionaries</a:t>
            </a:r>
            <a:endParaRPr lang="en-US" sz="4400" noProof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144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Python’s dictionaries and maps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330778"/>
                <a:ext cx="8229300" cy="1530219"/>
              </a:xfrm>
            </p:spPr>
            <p:txBody>
              <a:bodyPr/>
              <a:lstStyle/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Python’s</a:t>
                </a:r>
                <a14:m>
                  <m:oMath xmlns:m="http://schemas.openxmlformats.org/officeDocument/2006/math"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n-US" sz="1800" i="1" noProof="0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𝑑𝑖𝑐𝑡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n-US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class is an abstraction known as a </a:t>
                </a:r>
                <a:r>
                  <a:rPr lang="en-US" sz="1800" b="1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dictionary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Unique </a:t>
                </a:r>
                <a:r>
                  <a:rPr lang="en-US" sz="1800" b="1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keys</a:t>
                </a:r>
                <a:r>
                  <a:rPr lang="en-US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are mapped to associated </a:t>
                </a:r>
                <a:r>
                  <a:rPr lang="en-US" sz="1800" b="1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values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Dictionaries are commonly known as </a:t>
                </a:r>
                <a:r>
                  <a:rPr lang="en-US" sz="1800" b="1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associative arrays </a:t>
                </a:r>
                <a:r>
                  <a:rPr lang="en-US" sz="1800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or </a:t>
                </a:r>
                <a:r>
                  <a:rPr lang="en-US" sz="1800" b="1" noProof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maps</a:t>
                </a:r>
              </a:p>
            </p:txBody>
          </p:sp>
        </mc:Choice>
        <mc:Fallback xmlns="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330778"/>
                <a:ext cx="8229300" cy="1530219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B9193508-7FCD-4939-A44F-16C442C5D2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465701"/>
              </p:ext>
            </p:extLst>
          </p:nvPr>
        </p:nvGraphicFramePr>
        <p:xfrm>
          <a:off x="2200661" y="4536675"/>
          <a:ext cx="4599576" cy="85593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82968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755968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90043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768668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708342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</a:tblGrid>
              <a:tr h="855939"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de-AT" sz="18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Turkey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de-AT" sz="18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Spain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de-AT" sz="1800" b="1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Greece</a:t>
                      </a:r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de-AT" sz="18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China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de-AT" sz="18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USA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de-AT" sz="18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India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507F2012-8179-43EC-B2AE-98AE342E61DE}"/>
              </a:ext>
            </a:extLst>
          </p:cNvPr>
          <p:cNvCxnSpPr>
            <a:cxnSpLocks/>
          </p:cNvCxnSpPr>
          <p:nvPr/>
        </p:nvCxnSpPr>
        <p:spPr>
          <a:xfrm flipH="1" flipV="1">
            <a:off x="2145482" y="3727299"/>
            <a:ext cx="312649" cy="1002680"/>
          </a:xfrm>
          <a:prstGeom prst="straightConnector1">
            <a:avLst/>
          </a:prstGeom>
          <a:ln w="25400">
            <a:solidFill>
              <a:schemeClr val="accent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436519BD-D230-4416-ACCA-6B783954ED8D}"/>
              </a:ext>
            </a:extLst>
          </p:cNvPr>
          <p:cNvCxnSpPr>
            <a:cxnSpLocks/>
            <a:endCxn id="15" idx="2"/>
          </p:cNvCxnSpPr>
          <p:nvPr/>
        </p:nvCxnSpPr>
        <p:spPr>
          <a:xfrm flipH="1" flipV="1">
            <a:off x="3170956" y="3344313"/>
            <a:ext cx="300280" cy="1385666"/>
          </a:xfrm>
          <a:prstGeom prst="straightConnector1">
            <a:avLst/>
          </a:prstGeom>
          <a:ln w="25400">
            <a:solidFill>
              <a:schemeClr val="accent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B34A5CF9-2A64-4B4F-8512-4713AC198EF3}"/>
              </a:ext>
            </a:extLst>
          </p:cNvPr>
          <p:cNvCxnSpPr>
            <a:cxnSpLocks/>
          </p:cNvCxnSpPr>
          <p:nvPr/>
        </p:nvCxnSpPr>
        <p:spPr>
          <a:xfrm flipH="1" flipV="1">
            <a:off x="3574140" y="3343548"/>
            <a:ext cx="771004" cy="1378548"/>
          </a:xfrm>
          <a:prstGeom prst="straightConnector1">
            <a:avLst/>
          </a:prstGeom>
          <a:ln w="25400">
            <a:solidFill>
              <a:schemeClr val="accent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BC34BEB-39F5-48A6-BBE8-64D6CEB56AF3}"/>
              </a:ext>
            </a:extLst>
          </p:cNvPr>
          <p:cNvCxnSpPr>
            <a:cxnSpLocks/>
          </p:cNvCxnSpPr>
          <p:nvPr/>
        </p:nvCxnSpPr>
        <p:spPr>
          <a:xfrm flipV="1">
            <a:off x="5116254" y="3094078"/>
            <a:ext cx="93117" cy="1635901"/>
          </a:xfrm>
          <a:prstGeom prst="straightConnector1">
            <a:avLst/>
          </a:prstGeom>
          <a:ln w="25400">
            <a:solidFill>
              <a:schemeClr val="accent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B79EF51E-BC34-4254-A692-D72DEECFD400}"/>
              </a:ext>
            </a:extLst>
          </p:cNvPr>
          <p:cNvCxnSpPr>
            <a:cxnSpLocks/>
          </p:cNvCxnSpPr>
          <p:nvPr/>
        </p:nvCxnSpPr>
        <p:spPr>
          <a:xfrm flipV="1">
            <a:off x="5822694" y="3370691"/>
            <a:ext cx="520319" cy="1351405"/>
          </a:xfrm>
          <a:prstGeom prst="straightConnector1">
            <a:avLst/>
          </a:prstGeom>
          <a:ln w="25400">
            <a:solidFill>
              <a:schemeClr val="accent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90E3CFBE-E290-441F-B33A-14EF65B838A8}"/>
              </a:ext>
            </a:extLst>
          </p:cNvPr>
          <p:cNvCxnSpPr>
            <a:cxnSpLocks/>
          </p:cNvCxnSpPr>
          <p:nvPr/>
        </p:nvCxnSpPr>
        <p:spPr>
          <a:xfrm flipV="1">
            <a:off x="6439877" y="3700154"/>
            <a:ext cx="902829" cy="1021942"/>
          </a:xfrm>
          <a:prstGeom prst="straightConnector1">
            <a:avLst/>
          </a:prstGeom>
          <a:ln w="25400">
            <a:solidFill>
              <a:schemeClr val="accent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D949D586-E935-4227-A455-CBF23AEEE750}"/>
              </a:ext>
            </a:extLst>
          </p:cNvPr>
          <p:cNvSpPr/>
          <p:nvPr/>
        </p:nvSpPr>
        <p:spPr>
          <a:xfrm>
            <a:off x="1696881" y="3362808"/>
            <a:ext cx="864154" cy="35660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>
                <a:solidFill>
                  <a:schemeClr val="tx1"/>
                </a:solidFill>
              </a:rPr>
              <a:t>Lira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B94DAE70-EEC1-4ADA-B4B8-23353932834E}"/>
              </a:ext>
            </a:extLst>
          </p:cNvPr>
          <p:cNvSpPr/>
          <p:nvPr/>
        </p:nvSpPr>
        <p:spPr>
          <a:xfrm>
            <a:off x="2738879" y="2987706"/>
            <a:ext cx="864154" cy="35660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>
                <a:solidFill>
                  <a:schemeClr val="tx1"/>
                </a:solidFill>
              </a:rPr>
              <a:t>Euro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14D69B81-902D-4F1D-8B45-AC7B694977D8}"/>
              </a:ext>
            </a:extLst>
          </p:cNvPr>
          <p:cNvSpPr/>
          <p:nvPr/>
        </p:nvSpPr>
        <p:spPr>
          <a:xfrm>
            <a:off x="4777294" y="2737471"/>
            <a:ext cx="864154" cy="35660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>
                <a:solidFill>
                  <a:schemeClr val="tx1"/>
                </a:solidFill>
              </a:rPr>
              <a:t>Yuan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8655E152-118F-4C8C-819D-D62DCF182204}"/>
              </a:ext>
            </a:extLst>
          </p:cNvPr>
          <p:cNvSpPr/>
          <p:nvPr/>
        </p:nvSpPr>
        <p:spPr>
          <a:xfrm>
            <a:off x="5877930" y="2994823"/>
            <a:ext cx="864154" cy="35660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>
                <a:solidFill>
                  <a:schemeClr val="tx1"/>
                </a:solidFill>
              </a:rPr>
              <a:t>Dollar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F745F64A-A54F-4CB5-B4C4-41A4D529CD3D}"/>
              </a:ext>
            </a:extLst>
          </p:cNvPr>
          <p:cNvSpPr/>
          <p:nvPr/>
        </p:nvSpPr>
        <p:spPr>
          <a:xfrm>
            <a:off x="7044463" y="3343547"/>
            <a:ext cx="864154" cy="35660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err="1">
                <a:solidFill>
                  <a:schemeClr val="tx1"/>
                </a:solidFill>
              </a:rPr>
              <a:t>Rupee</a:t>
            </a:r>
            <a:endParaRPr lang="de-AT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199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Python’s dictionaries and maps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B9193508-7FCD-4939-A44F-16C442C5D2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180884"/>
              </p:ext>
            </p:extLst>
          </p:nvPr>
        </p:nvGraphicFramePr>
        <p:xfrm>
          <a:off x="2200661" y="3043939"/>
          <a:ext cx="4599576" cy="85593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82968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755968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90043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768668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708342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</a:tblGrid>
              <a:tr h="855939"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de-AT" sz="18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Turkey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de-AT" sz="18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Spain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de-AT" sz="1800" b="1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Greece</a:t>
                      </a:r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de-AT" sz="18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China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de-AT" sz="18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USA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de-AT" sz="18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India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507F2012-8179-43EC-B2AE-98AE342E61DE}"/>
              </a:ext>
            </a:extLst>
          </p:cNvPr>
          <p:cNvCxnSpPr>
            <a:cxnSpLocks/>
          </p:cNvCxnSpPr>
          <p:nvPr/>
        </p:nvCxnSpPr>
        <p:spPr>
          <a:xfrm flipH="1" flipV="1">
            <a:off x="2145482" y="2234563"/>
            <a:ext cx="312649" cy="1002680"/>
          </a:xfrm>
          <a:prstGeom prst="straightConnector1">
            <a:avLst/>
          </a:prstGeom>
          <a:ln w="25400">
            <a:solidFill>
              <a:schemeClr val="accent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436519BD-D230-4416-ACCA-6B783954ED8D}"/>
              </a:ext>
            </a:extLst>
          </p:cNvPr>
          <p:cNvCxnSpPr>
            <a:cxnSpLocks/>
            <a:endCxn id="15" idx="2"/>
          </p:cNvCxnSpPr>
          <p:nvPr/>
        </p:nvCxnSpPr>
        <p:spPr>
          <a:xfrm flipH="1" flipV="1">
            <a:off x="3170956" y="1851577"/>
            <a:ext cx="300280" cy="1385666"/>
          </a:xfrm>
          <a:prstGeom prst="straightConnector1">
            <a:avLst/>
          </a:prstGeom>
          <a:ln w="25400">
            <a:solidFill>
              <a:schemeClr val="accent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B34A5CF9-2A64-4B4F-8512-4713AC198EF3}"/>
              </a:ext>
            </a:extLst>
          </p:cNvPr>
          <p:cNvCxnSpPr>
            <a:cxnSpLocks/>
          </p:cNvCxnSpPr>
          <p:nvPr/>
        </p:nvCxnSpPr>
        <p:spPr>
          <a:xfrm flipH="1" flipV="1">
            <a:off x="3574140" y="1850812"/>
            <a:ext cx="771004" cy="1378548"/>
          </a:xfrm>
          <a:prstGeom prst="straightConnector1">
            <a:avLst/>
          </a:prstGeom>
          <a:ln w="25400">
            <a:solidFill>
              <a:schemeClr val="accent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3BC34BEB-39F5-48A6-BBE8-64D6CEB56AF3}"/>
              </a:ext>
            </a:extLst>
          </p:cNvPr>
          <p:cNvCxnSpPr>
            <a:cxnSpLocks/>
          </p:cNvCxnSpPr>
          <p:nvPr/>
        </p:nvCxnSpPr>
        <p:spPr>
          <a:xfrm flipV="1">
            <a:off x="5116254" y="1601342"/>
            <a:ext cx="93117" cy="1635901"/>
          </a:xfrm>
          <a:prstGeom prst="straightConnector1">
            <a:avLst/>
          </a:prstGeom>
          <a:ln w="25400">
            <a:solidFill>
              <a:schemeClr val="accent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B79EF51E-BC34-4254-A692-D72DEECFD400}"/>
              </a:ext>
            </a:extLst>
          </p:cNvPr>
          <p:cNvCxnSpPr>
            <a:cxnSpLocks/>
          </p:cNvCxnSpPr>
          <p:nvPr/>
        </p:nvCxnSpPr>
        <p:spPr>
          <a:xfrm flipV="1">
            <a:off x="5822694" y="1877955"/>
            <a:ext cx="520319" cy="1351405"/>
          </a:xfrm>
          <a:prstGeom prst="straightConnector1">
            <a:avLst/>
          </a:prstGeom>
          <a:ln w="25400">
            <a:solidFill>
              <a:schemeClr val="accent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90E3CFBE-E290-441F-B33A-14EF65B838A8}"/>
              </a:ext>
            </a:extLst>
          </p:cNvPr>
          <p:cNvCxnSpPr>
            <a:cxnSpLocks/>
          </p:cNvCxnSpPr>
          <p:nvPr/>
        </p:nvCxnSpPr>
        <p:spPr>
          <a:xfrm flipV="1">
            <a:off x="6439877" y="2207418"/>
            <a:ext cx="902829" cy="1021942"/>
          </a:xfrm>
          <a:prstGeom prst="straightConnector1">
            <a:avLst/>
          </a:prstGeom>
          <a:ln w="25400">
            <a:solidFill>
              <a:schemeClr val="accent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D949D586-E935-4227-A455-CBF23AEEE750}"/>
              </a:ext>
            </a:extLst>
          </p:cNvPr>
          <p:cNvSpPr/>
          <p:nvPr/>
        </p:nvSpPr>
        <p:spPr>
          <a:xfrm>
            <a:off x="1696881" y="1870072"/>
            <a:ext cx="864154" cy="35660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>
                <a:solidFill>
                  <a:schemeClr val="tx1"/>
                </a:solidFill>
              </a:rPr>
              <a:t>Lira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B94DAE70-EEC1-4ADA-B4B8-23353932834E}"/>
              </a:ext>
            </a:extLst>
          </p:cNvPr>
          <p:cNvSpPr/>
          <p:nvPr/>
        </p:nvSpPr>
        <p:spPr>
          <a:xfrm>
            <a:off x="2738879" y="1494970"/>
            <a:ext cx="864154" cy="35660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>
                <a:solidFill>
                  <a:schemeClr val="tx1"/>
                </a:solidFill>
              </a:rPr>
              <a:t>Euro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14D69B81-902D-4F1D-8B45-AC7B694977D8}"/>
              </a:ext>
            </a:extLst>
          </p:cNvPr>
          <p:cNvSpPr/>
          <p:nvPr/>
        </p:nvSpPr>
        <p:spPr>
          <a:xfrm>
            <a:off x="4777294" y="1244735"/>
            <a:ext cx="864154" cy="35660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>
                <a:solidFill>
                  <a:schemeClr val="tx1"/>
                </a:solidFill>
              </a:rPr>
              <a:t>Yuan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8655E152-118F-4C8C-819D-D62DCF182204}"/>
              </a:ext>
            </a:extLst>
          </p:cNvPr>
          <p:cNvSpPr/>
          <p:nvPr/>
        </p:nvSpPr>
        <p:spPr>
          <a:xfrm>
            <a:off x="5877930" y="1502087"/>
            <a:ext cx="864154" cy="35660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>
                <a:solidFill>
                  <a:schemeClr val="tx1"/>
                </a:solidFill>
              </a:rPr>
              <a:t>Dollar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F745F64A-A54F-4CB5-B4C4-41A4D529CD3D}"/>
              </a:ext>
            </a:extLst>
          </p:cNvPr>
          <p:cNvSpPr/>
          <p:nvPr/>
        </p:nvSpPr>
        <p:spPr>
          <a:xfrm>
            <a:off x="7044463" y="1850811"/>
            <a:ext cx="864154" cy="356607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err="1">
                <a:solidFill>
                  <a:schemeClr val="tx1"/>
                </a:solidFill>
              </a:rPr>
              <a:t>Rupee</a:t>
            </a:r>
            <a:endParaRPr lang="de-AT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platzhalter 2">
                <a:extLst>
                  <a:ext uri="{FF2B5EF4-FFF2-40B4-BE49-F238E27FC236}">
                    <a16:creationId xmlns:a16="http://schemas.microsoft.com/office/drawing/2014/main" id="{FA203C78-216B-4257-BB9A-D3BD6065A89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3914730"/>
                <a:ext cx="8229300" cy="24626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Keys (country names) are assumed to be unique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Values (the currency units) are not necessarily unique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 use array-like syntax for indexing</a:t>
                </a: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𝑐𝑢𝑟𝑟𝑒𝑛𝑐𝑦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[‘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𝐺𝑟𝑒𝑒𝑐𝑒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’] 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 accessing</a:t>
                </a: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𝑐𝑢𝑟𝑟𝑒𝑛𝑐𝑦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[‘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𝐺𝑟𝑒𝑒𝑐𝑒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’] = ‘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𝐷𝑟𝑎𝑐h𝑚𝑎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’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for remapping to new value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Unlike a standard array, indices need not be consecutive nor numeric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Python: </a:t>
                </a:r>
                <a:r>
                  <a:rPr lang="en-US" dirty="0">
                    <a:latin typeface="Courier New" panose="02070309020205020404" pitchFamily="49" charset="0"/>
                    <a:ea typeface="Calibri" panose="020F0502020204030204" pitchFamily="34" charset="0"/>
                    <a:cs typeface="Courier New" panose="02070309020205020404" pitchFamily="49" charset="0"/>
                  </a:rPr>
                  <a:t>d = {"key1": "value1", "key2": "value2"}</a:t>
                </a:r>
              </a:p>
            </p:txBody>
          </p:sp>
        </mc:Choice>
        <mc:Fallback>
          <p:sp>
            <p:nvSpPr>
              <p:cNvPr id="34" name="Textplatzhalter 2">
                <a:extLst>
                  <a:ext uri="{FF2B5EF4-FFF2-40B4-BE49-F238E27FC236}">
                    <a16:creationId xmlns:a16="http://schemas.microsoft.com/office/drawing/2014/main" id="{FA203C78-216B-4257-BB9A-D3BD6065A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914730"/>
                <a:ext cx="8229300" cy="2462624"/>
              </a:xfrm>
              <a:prstGeom prst="rect">
                <a:avLst/>
              </a:prstGeom>
              <a:blipFill>
                <a:blip r:embed="rId3"/>
                <a:stretch>
                  <a:fillRect t="-1538" b="-307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2360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>
                <a:latin typeface="Calibri" panose="020F0502020204030204" pitchFamily="34" charset="0"/>
                <a:cs typeface="Calibri" panose="020F0502020204030204" pitchFamily="34" charset="0"/>
              </a:rPr>
              <a:t>Basic map/dictionary interface</a:t>
            </a:r>
            <a:endParaRPr lang="en-US" sz="2800" b="1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elle 5">
                <a:extLst>
                  <a:ext uri="{FF2B5EF4-FFF2-40B4-BE49-F238E27FC236}">
                    <a16:creationId xmlns:a16="http://schemas.microsoft.com/office/drawing/2014/main" id="{BD0AB5BF-8E63-4F02-92C6-8F6992CDB77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319868444"/>
                  </p:ext>
                </p:extLst>
              </p:nvPr>
            </p:nvGraphicFramePr>
            <p:xfrm>
              <a:off x="1845104" y="1418400"/>
              <a:ext cx="5720509" cy="2856636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953790">
                      <a:extLst>
                        <a:ext uri="{9D8B030D-6E8A-4147-A177-3AD203B41FA5}">
                          <a16:colId xmlns:a16="http://schemas.microsoft.com/office/drawing/2014/main" val="4091769654"/>
                        </a:ext>
                      </a:extLst>
                    </a:gridCol>
                    <a:gridCol w="276671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280042">
                    <a:tc>
                      <a:txBody>
                        <a:bodyPr/>
                        <a:lstStyle/>
                        <a:p>
                          <a:r>
                            <a:rPr lang="en-US" sz="1800" b="1" strike="noStrike" spc="-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Method</a:t>
                          </a:r>
                        </a:p>
                      </a:txBody>
                      <a:tcPr marL="63607" marR="63607" marT="32313" marB="323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strike="noStrike" spc="-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Behavior</a:t>
                          </a:r>
                        </a:p>
                      </a:txBody>
                      <a:tcPr marL="63607" marR="63607" marT="32313" marB="32313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𝑚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[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𝑘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sz="1800" b="0" strike="noStrike" spc="-1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strike="noStrike" spc="-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Returns the value associated with key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trike="noStrike" spc="-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𝑘</m:t>
                              </m:r>
                            </m:oMath>
                          </a14:m>
                          <a:endParaRPr lang="en-US" sz="1800" b="0" strike="noStrike" spc="-1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𝑚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=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𝑣</m:t>
                                </m:r>
                              </m:oMath>
                            </m:oMathPara>
                          </a14:m>
                          <a:endParaRPr lang="en-US" sz="1800" b="0" strike="noStrike" spc="-1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0" strike="noStrike" spc="-1" baseline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Associate value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trike="noStrike" spc="-1" baseline="0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sz="1800" b="0" strike="noStrike" spc="-1" baseline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 with key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trike="noStrike" spc="-1" baseline="0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𝑘</m:t>
                              </m:r>
                            </m:oMath>
                          </a14:m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𝑑𝑒𝑙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𝑚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[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𝑘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sz="1800" b="0" strike="noStrike" spc="-1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strike="noStrike" spc="-1" baseline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Remove item with key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trike="noStrike" spc="-1" baseline="0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𝑘</m:t>
                              </m:r>
                            </m:oMath>
                          </a14:m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𝑖𝑡𝑒𝑟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(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𝑚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0" strike="noStrike" spc="-1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strike="noStrike" spc="-1" baseline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Generates a sequence of keys in the dictionary</a:t>
                          </a: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789822921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𝑙𝑒𝑛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(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𝑠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0" strike="noStrike" spc="-1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strike="noStrike" spc="-1" baseline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Return the number of items in the dictionary</a:t>
                          </a: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427484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elle 5">
                <a:extLst>
                  <a:ext uri="{FF2B5EF4-FFF2-40B4-BE49-F238E27FC236}">
                    <a16:creationId xmlns:a16="http://schemas.microsoft.com/office/drawing/2014/main" id="{BD0AB5BF-8E63-4F02-92C6-8F6992CDB77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319868444"/>
                  </p:ext>
                </p:extLst>
              </p:nvPr>
            </p:nvGraphicFramePr>
            <p:xfrm>
              <a:off x="1845104" y="1418400"/>
              <a:ext cx="5720509" cy="2856636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953790">
                      <a:extLst>
                        <a:ext uri="{9D8B030D-6E8A-4147-A177-3AD203B41FA5}">
                          <a16:colId xmlns:a16="http://schemas.microsoft.com/office/drawing/2014/main" val="4091769654"/>
                        </a:ext>
                      </a:extLst>
                    </a:gridCol>
                    <a:gridCol w="276671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38946">
                    <a:tc>
                      <a:txBody>
                        <a:bodyPr/>
                        <a:lstStyle/>
                        <a:p>
                          <a:r>
                            <a:rPr lang="en-US" sz="1800" b="1" strike="noStrike" spc="-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Method</a:t>
                          </a:r>
                        </a:p>
                      </a:txBody>
                      <a:tcPr marL="63607" marR="63607" marT="32313" marB="323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strike="noStrike" spc="-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Behavior</a:t>
                          </a:r>
                        </a:p>
                      </a:txBody>
                      <a:tcPr marL="63607" marR="63607" marT="32313" marB="32313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132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206" t="-62376" r="-94639" b="-3267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106813" t="-62376" r="-879" b="-3267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206" t="-298182" r="-94639" b="-5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106813" t="-298182" r="-879" b="-5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206" t="-391071" r="-94639" b="-3910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106813" t="-391071" r="-879" b="-3910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132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206" t="-272277" r="-94639" b="-1168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strike="noStrike" spc="-1" baseline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Generates a sequence of keys in the dictionary</a:t>
                          </a: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789822921"/>
                      </a:ext>
                    </a:extLst>
                  </a:tr>
                  <a:tr h="6132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206" t="-372277" r="-94639" b="-168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1800" b="0" strike="noStrike" spc="-1" baseline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Return the number of items in the dictionary</a:t>
                          </a: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42748479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platzhalter 2">
                <a:extLst>
                  <a:ext uri="{FF2B5EF4-FFF2-40B4-BE49-F238E27FC236}">
                    <a16:creationId xmlns:a16="http://schemas.microsoft.com/office/drawing/2014/main" id="{DA8E846A-368F-4F96-8859-E9BA1CF5D9B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90708" y="4355882"/>
                <a:ext cx="8229300" cy="1144800"/>
              </a:xfrm>
            </p:spPr>
            <p:txBody>
              <a:bodyPr/>
              <a:lstStyle/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course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additional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behaviors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may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supported, e.g.:</a:t>
                </a: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𝑖𝑛</m:t>
                    </m:r>
                    <m:r>
                      <a:rPr lang="de-AT" sz="18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𝑚</m:t>
                    </m:r>
                    <m:r>
                      <a:rPr lang="de-AT" sz="1800" b="0" i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𝑚</m:t>
                    </m:r>
                    <m:r>
                      <a:rPr lang="de-AT" sz="18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.</m:t>
                    </m:r>
                    <m:r>
                      <a:rPr lang="de-AT" sz="18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𝑔𝑒𝑡</m:t>
                    </m:r>
                    <m:d>
                      <m:dPr>
                        <m:ctrlPr>
                          <a:rPr lang="de-AT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𝑘</m:t>
                        </m:r>
                      </m:e>
                    </m:d>
                    <m:r>
                      <a:rPr lang="de-AT" sz="1800" b="0" i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𝑚</m:t>
                    </m:r>
                    <m:r>
                      <a:rPr lang="de-AT" sz="18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.</m:t>
                    </m:r>
                    <m:r>
                      <a:rPr lang="de-AT" sz="18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𝑝𝑜𝑝</m:t>
                    </m:r>
                    <m:d>
                      <m:dPr>
                        <m:ctrlPr>
                          <a:rPr lang="de-AT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𝑘</m:t>
                        </m:r>
                      </m:e>
                    </m:d>
                    <m:r>
                      <a:rPr lang="de-AT" sz="18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de-AT" sz="18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𝑚</m:t>
                    </m:r>
                    <m:r>
                      <a:rPr lang="de-AT" sz="18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.</m:t>
                    </m:r>
                    <m:r>
                      <a:rPr lang="de-AT" sz="18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𝑘𝑒𝑦𝑠</m:t>
                    </m:r>
                    <m:r>
                      <a:rPr lang="de-AT" sz="18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(), </m:t>
                    </m:r>
                    <m:r>
                      <a:rPr lang="de-AT" sz="18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𝑚</m:t>
                    </m:r>
                    <m:r>
                      <a:rPr lang="de-AT" sz="18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.</m:t>
                    </m:r>
                    <m:r>
                      <a:rPr lang="de-AT" sz="18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𝑣𝑎𝑙𝑢𝑒𝑠</m:t>
                    </m:r>
                    <m:r>
                      <a:rPr lang="de-AT" sz="18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(), </m:t>
                    </m:r>
                  </m:oMath>
                </a14:m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etc.</a:t>
                </a:r>
              </a:p>
            </p:txBody>
          </p:sp>
        </mc:Choice>
        <mc:Fallback xmlns="">
          <p:sp>
            <p:nvSpPr>
              <p:cNvPr id="7" name="Textplatzhalter 2">
                <a:extLst>
                  <a:ext uri="{FF2B5EF4-FFF2-40B4-BE49-F238E27FC236}">
                    <a16:creationId xmlns:a16="http://schemas.microsoft.com/office/drawing/2014/main" id="{DA8E846A-368F-4F96-8859-E9BA1CF5D9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90708" y="4355882"/>
                <a:ext cx="8229300" cy="1144800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0754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6216"/>
            <a:ext cx="8229600" cy="1717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6600"/>
            <a:ext cx="8229300" cy="1144800"/>
          </a:xfrm>
        </p:spPr>
        <p:txBody>
          <a:bodyPr/>
          <a:lstStyle/>
          <a:p>
            <a:pPr algn="ctr"/>
            <a:r>
              <a:rPr lang="en-US" sz="4400" b="1" noProof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en-US" sz="4400" b="1" noProof="0"/>
          </a:p>
        </p:txBody>
      </p:sp>
    </p:spTree>
    <p:extLst>
      <p:ext uri="{BB962C8B-B14F-4D97-AF65-F5344CB8AC3E}">
        <p14:creationId xmlns:p14="http://schemas.microsoft.com/office/powerpoint/2010/main" val="3948324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p:sp>
        <p:nvSpPr>
          <p:cNvPr id="4" name="Textfeld 2">
            <a:extLst>
              <a:ext uri="{FF2B5EF4-FFF2-40B4-BE49-F238E27FC236}">
                <a16:creationId xmlns:a16="http://schemas.microsoft.com/office/drawing/2014/main" id="{B1AB2DE2-BFB4-403B-9976-58C0812A00AF}"/>
              </a:ext>
            </a:extLst>
          </p:cNvPr>
          <p:cNvSpPr txBox="1"/>
          <p:nvPr/>
        </p:nvSpPr>
        <p:spPr>
          <a:xfrm>
            <a:off x="456900" y="1035077"/>
            <a:ext cx="8229600" cy="92333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800" b="1">
                <a:latin typeface="Calibri" panose="020F0502020204030204" pitchFamily="34" charset="0"/>
                <a:cs typeface="Calibri" panose="020F0502020204030204" pitchFamily="34" charset="0"/>
              </a:rPr>
              <a:t>Task</a:t>
            </a: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sz="1800" b="1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: 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Show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effect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following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operations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on an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initially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empty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storing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items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single-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character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keys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and integer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values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. Use Python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syntax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describe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map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err="1">
                <a:latin typeface="Calibri" panose="020F0502020204030204" pitchFamily="34" charset="0"/>
                <a:cs typeface="Calibri" panose="020F0502020204030204" pitchFamily="34" charset="0"/>
              </a:rPr>
              <a:t>contents</a:t>
            </a:r>
            <a:r>
              <a:rPr lang="de-AT" sz="180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sz="18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4417AC32-9CBA-4A8D-B603-59FDA4878AF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29209941"/>
                  </p:ext>
                </p:extLst>
              </p:nvPr>
            </p:nvGraphicFramePr>
            <p:xfrm>
              <a:off x="1711445" y="2044376"/>
              <a:ext cx="5720509" cy="4406298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990895">
                      <a:extLst>
                        <a:ext uri="{9D8B030D-6E8A-4147-A177-3AD203B41FA5}">
                          <a16:colId xmlns:a16="http://schemas.microsoft.com/office/drawing/2014/main" val="4091769654"/>
                        </a:ext>
                      </a:extLst>
                    </a:gridCol>
                    <a:gridCol w="186480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64807">
                      <a:extLst>
                        <a:ext uri="{9D8B030D-6E8A-4147-A177-3AD203B41FA5}">
                          <a16:colId xmlns:a16="http://schemas.microsoft.com/office/drawing/2014/main" val="1083102562"/>
                        </a:ext>
                      </a:extLst>
                    </a:gridCol>
                  </a:tblGrid>
                  <a:tr h="28004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strike="noStrike" spc="-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Operation</a:t>
                          </a:r>
                        </a:p>
                      </a:txBody>
                      <a:tcPr marL="63607" marR="63607" marT="32313" marB="3231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strike="noStrike" spc="-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Return Value</a:t>
                          </a:r>
                        </a:p>
                      </a:txBody>
                      <a:tcPr marL="63607" marR="63607" marT="32313" marB="3231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strike="noStrike" spc="-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Map</a:t>
                          </a:r>
                        </a:p>
                      </a:txBody>
                      <a:tcPr marL="63607" marR="63607" marT="32313" marB="32313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𝑙𝑒𝑛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(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𝑚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0" strike="noStrike" spc="-1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800" b="0" strike="noStrike" spc="-1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{}</m:t>
                                </m:r>
                              </m:oMath>
                            </m:oMathPara>
                          </a14:m>
                          <a:endParaRPr lang="en-US" sz="1800" b="0" strike="noStrike" spc="-1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𝑚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′</m:t>
                                    </m:r>
                                    <m: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𝐾</m:t>
                                    </m:r>
                                    <m: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′</m:t>
                                    </m:r>
                                  </m:e>
                                </m:d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en-US" sz="1800" b="0" strike="noStrike" spc="-1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𝑚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′</m:t>
                                    </m:r>
                                    <m: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𝐵</m:t>
                                    </m:r>
                                    <m: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′</m:t>
                                    </m:r>
                                  </m:e>
                                </m:d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lang="en-US" sz="1800" b="0" strike="noStrike" spc="-1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𝑚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′</m:t>
                                    </m:r>
                                    <m: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𝑈</m:t>
                                    </m:r>
                                    <m: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′</m:t>
                                    </m:r>
                                  </m:e>
                                </m:d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=2</m:t>
                                </m:r>
                              </m:oMath>
                            </m:oMathPara>
                          </a14:m>
                          <a:endParaRPr lang="en-US" sz="1800" b="0" strike="noStrike" spc="-1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789822921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𝑚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′</m:t>
                                    </m:r>
                                    <m: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𝑉</m:t>
                                    </m:r>
                                    <m: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′</m:t>
                                    </m:r>
                                  </m:e>
                                </m:d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=8</m:t>
                                </m:r>
                              </m:oMath>
                            </m:oMathPara>
                          </a14:m>
                          <a:endParaRPr lang="en-US" sz="1800" b="0" strike="noStrike" spc="-1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427484794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𝑚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′</m:t>
                                    </m:r>
                                    <m: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𝐵</m:t>
                                    </m:r>
                                    <m: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′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800" b="0" strike="noStrike" spc="-1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497941277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𝑚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′</m:t>
                                    </m:r>
                                    <m: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𝑋</m:t>
                                    </m:r>
                                    <m: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′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800" b="0" strike="noStrike" spc="-1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3830923252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𝑚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.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𝑔𝑒𝑡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(′</m:t>
                                </m:r>
                                <m:sSup>
                                  <m:sSupPr>
                                    <m:ctrlP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𝐾</m:t>
                                    </m:r>
                                  </m:e>
                                  <m:sup>
                                    <m: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0" strike="noStrike" spc="-1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368275096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𝑙𝑒𝑛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(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𝑚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0" strike="noStrike" spc="-1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52752889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𝑑𝑒𝑙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𝑚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′</m:t>
                                    </m:r>
                                    <m: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𝑉</m:t>
                                    </m:r>
                                    <m: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′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800" b="0" strike="noStrike" spc="-1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3176108729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𝑚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.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𝑝𝑜𝑝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(′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𝐾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′)</m:t>
                                </m:r>
                              </m:oMath>
                            </m:oMathPara>
                          </a14:m>
                          <a:endParaRPr lang="en-US" sz="1800" b="0" strike="noStrike" spc="-1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3199382155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𝑚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.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𝑣𝑎𝑙𝑢𝑒𝑠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()</m:t>
                                </m:r>
                              </m:oMath>
                            </m:oMathPara>
                          </a14:m>
                          <a:endParaRPr lang="en-US" sz="1800" b="0" strike="noStrike" spc="-1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76770254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e 4">
                <a:extLst>
                  <a:ext uri="{FF2B5EF4-FFF2-40B4-BE49-F238E27FC236}">
                    <a16:creationId xmlns:a16="http://schemas.microsoft.com/office/drawing/2014/main" id="{4417AC32-9CBA-4A8D-B603-59FDA4878AF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29209941"/>
                  </p:ext>
                </p:extLst>
              </p:nvPr>
            </p:nvGraphicFramePr>
            <p:xfrm>
              <a:off x="1711445" y="2044376"/>
              <a:ext cx="5720509" cy="4406298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990895">
                      <a:extLst>
                        <a:ext uri="{9D8B030D-6E8A-4147-A177-3AD203B41FA5}">
                          <a16:colId xmlns:a16="http://schemas.microsoft.com/office/drawing/2014/main" val="4091769654"/>
                        </a:ext>
                      </a:extLst>
                    </a:gridCol>
                    <a:gridCol w="186480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64807">
                      <a:extLst>
                        <a:ext uri="{9D8B030D-6E8A-4147-A177-3AD203B41FA5}">
                          <a16:colId xmlns:a16="http://schemas.microsoft.com/office/drawing/2014/main" val="1083102562"/>
                        </a:ext>
                      </a:extLst>
                    </a:gridCol>
                  </a:tblGrid>
                  <a:tr h="3389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strike="noStrike" spc="-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Operation</a:t>
                          </a:r>
                        </a:p>
                      </a:txBody>
                      <a:tcPr marL="63607" marR="63607" marT="32313" marB="3231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strike="noStrike" spc="-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Return Value</a:t>
                          </a:r>
                        </a:p>
                      </a:txBody>
                      <a:tcPr marL="63607" marR="63607" marT="32313" marB="3231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strike="noStrike" spc="-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Map</a:t>
                          </a:r>
                        </a:p>
                      </a:txBody>
                      <a:tcPr marL="63607" marR="63607" marT="32313" marB="32313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306" t="-114545" r="-188685" b="-1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106840" t="-114545" r="-100977" b="-113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207516" t="-114545" r="-1307" b="-113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306" t="-210714" r="-188685" b="-10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306" t="-310714" r="-188685" b="-9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306" t="-418182" r="-188685" b="-82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789822921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306" t="-508929" r="-188685" b="-7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427484794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306" t="-608929" r="-188685" b="-6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497941277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306" t="-708929" r="-188685" b="-5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3830923252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306" t="-823636" r="-188685" b="-4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368275096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306" t="-907143" r="-188685" b="-3160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52752889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306" t="-1007143" r="-188685" b="-2160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3176108729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306" t="-1127273" r="-188685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3199382155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306" t="-1205357" r="-188685" b="-17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sz="1800" b="0" strike="noStrike" spc="-1" baseline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76770254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69860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p:sp>
        <p:nvSpPr>
          <p:cNvPr id="4" name="Textfeld 2">
            <a:extLst>
              <a:ext uri="{FF2B5EF4-FFF2-40B4-BE49-F238E27FC236}">
                <a16:creationId xmlns:a16="http://schemas.microsoft.com/office/drawing/2014/main" id="{B1AB2DE2-BFB4-403B-9976-58C0812A00AF}"/>
              </a:ext>
            </a:extLst>
          </p:cNvPr>
          <p:cNvSpPr txBox="1"/>
          <p:nvPr/>
        </p:nvSpPr>
        <p:spPr>
          <a:xfrm>
            <a:off x="519423" y="1589970"/>
            <a:ext cx="8229600" cy="12003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Task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2: 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Implement a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counts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number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occurrances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words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in a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document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. Use a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dictionary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structure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here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. Use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words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keys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word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counts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values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. The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document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passed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string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function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. The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words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delimited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whitespaces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sz="18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62372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6216"/>
            <a:ext cx="8229600" cy="1717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6600"/>
            <a:ext cx="8229300" cy="1144800"/>
          </a:xfrm>
        </p:spPr>
        <p:txBody>
          <a:bodyPr/>
          <a:lstStyle/>
          <a:p>
            <a:pPr algn="ctr"/>
            <a:r>
              <a:rPr lang="en-US" sz="4400" b="1" noProof="0">
                <a:latin typeface="Calibri" panose="020F0502020204030204" pitchFamily="34" charset="0"/>
                <a:cs typeface="Calibri" panose="020F0502020204030204" pitchFamily="34" charset="0"/>
              </a:rPr>
              <a:t>Hash </a:t>
            </a:r>
            <a:r>
              <a:rPr lang="en-US" sz="4400" b="1">
                <a:latin typeface="Calibri" panose="020F0502020204030204" pitchFamily="34" charset="0"/>
                <a:cs typeface="Calibri" panose="020F0502020204030204" pitchFamily="34" charset="0"/>
              </a:rPr>
              <a:t>tables</a:t>
            </a:r>
            <a:endParaRPr lang="en-US" sz="4400" b="1" noProof="0"/>
          </a:p>
        </p:txBody>
      </p:sp>
    </p:spTree>
    <p:extLst>
      <p:ext uri="{BB962C8B-B14F-4D97-AF65-F5344CB8AC3E}">
        <p14:creationId xmlns:p14="http://schemas.microsoft.com/office/powerpoint/2010/main" val="3351658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>
                <a:latin typeface="Calibri" panose="020F0502020204030204" pitchFamily="34" charset="0"/>
                <a:cs typeface="Calibri" panose="020F0502020204030204" pitchFamily="34" charset="0"/>
              </a:rPr>
              <a:t>Hash tables</a:t>
            </a:r>
            <a:endParaRPr lang="en-US" sz="2800" b="1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330778"/>
                <a:ext cx="8229300" cy="3123991"/>
              </a:xfrm>
            </p:spPr>
            <p:txBody>
              <a:bodyPr/>
              <a:lstStyle/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Hash table is one of the most practical data structures for implementing maps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It is used by Python’s own implementation of the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𝑑𝑖𝑐𝑡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class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Let us start wit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 a simple warm-up</a:t>
                </a: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Suppose we use a map with </a:t>
                </a:r>
                <a14:m>
                  <m:oMath xmlns:m="http://schemas.openxmlformats.org/officeDocument/2006/math"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items with keys in range </a:t>
                </a:r>
                <a14:m>
                  <m:oMath xmlns:m="http://schemas.openxmlformats.org/officeDocument/2006/math"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−1</m:t>
                    </m:r>
                  </m:oMath>
                </a14:m>
                <a:endParaRPr lang="en-US" sz="18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this case we can represent the map with a lookup table of length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the following example </a:t>
                </a:r>
                <a14:m>
                  <m:oMath xmlns:m="http://schemas.openxmlformats.org/officeDocument/2006/math"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noProof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=9</m:t>
                    </m:r>
                  </m:oMath>
                </a14:m>
                <a:endParaRPr lang="en-US" sz="18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map contains items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(1, 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𝐷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), (3,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𝑍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), (6,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), (7,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𝑄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en-US" sz="18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330778"/>
                <a:ext cx="8229300" cy="312399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A765BD0-6DD1-46FC-B716-47F8B882B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813187"/>
              </p:ext>
            </p:extLst>
          </p:nvPr>
        </p:nvGraphicFramePr>
        <p:xfrm>
          <a:off x="1662396" y="4989186"/>
          <a:ext cx="52488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832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26968910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Z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789A80FF-406B-4C6B-A6AF-DE6F380528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516914"/>
              </p:ext>
            </p:extLst>
          </p:nvPr>
        </p:nvGraphicFramePr>
        <p:xfrm>
          <a:off x="1650578" y="4614135"/>
          <a:ext cx="525934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84518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584518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584518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584518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584518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584518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584518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584518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3447370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platzhalter 2">
                <a:extLst>
                  <a:ext uri="{FF2B5EF4-FFF2-40B4-BE49-F238E27FC236}">
                    <a16:creationId xmlns:a16="http://schemas.microsoft.com/office/drawing/2014/main" id="{39A6970D-DC2B-440E-BE48-027EC314B1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5458984"/>
                <a:ext cx="8229300" cy="8871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 store the values associated with the keys at corresponding indices</a:t>
                </a: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All basic map operations can be implemented in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(1)</m:t>
                    </m:r>
                  </m:oMath>
                </a14:m>
                <a:r>
                  <a:rPr lang="en-US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worst-case</a:t>
                </a:r>
              </a:p>
            </p:txBody>
          </p:sp>
        </mc:Choice>
        <mc:Fallback xmlns="">
          <p:sp>
            <p:nvSpPr>
              <p:cNvPr id="6" name="Textplatzhalter 2">
                <a:extLst>
                  <a:ext uri="{FF2B5EF4-FFF2-40B4-BE49-F238E27FC236}">
                    <a16:creationId xmlns:a16="http://schemas.microsoft.com/office/drawing/2014/main" id="{39A6970D-DC2B-440E-BE48-027EC314B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458984"/>
                <a:ext cx="8229300" cy="887108"/>
              </a:xfrm>
              <a:prstGeom prst="rect">
                <a:avLst/>
              </a:prstGeom>
              <a:blipFill>
                <a:blip r:embed="rId4"/>
                <a:stretch>
                  <a:fillRect b="-62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3ACC43A-65E7-CAAA-2842-20ADC6734E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9675" y="3499260"/>
            <a:ext cx="2247462" cy="11106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62ADCF-3C5C-3DC3-2DD9-7EA0E2C99516}"/>
              </a:ext>
            </a:extLst>
          </p:cNvPr>
          <p:cNvSpPr txBox="1"/>
          <p:nvPr/>
        </p:nvSpPr>
        <p:spPr>
          <a:xfrm>
            <a:off x="7208682" y="4702961"/>
            <a:ext cx="169629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sz="500" dirty="0"/>
              <a:t>(Cormen et al, Introduction to Algorithms, Chapter 11)</a:t>
            </a:r>
          </a:p>
        </p:txBody>
      </p:sp>
    </p:spTree>
    <p:extLst>
      <p:ext uri="{BB962C8B-B14F-4D97-AF65-F5344CB8AC3E}">
        <p14:creationId xmlns:p14="http://schemas.microsoft.com/office/powerpoint/2010/main" val="35129987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>
                <a:latin typeface="Calibri" panose="020F0502020204030204" pitchFamily="34" charset="0"/>
                <a:cs typeface="Calibri" panose="020F0502020204030204" pitchFamily="34" charset="0"/>
              </a:rPr>
              <a:t>Hash tables</a:t>
            </a:r>
            <a:endParaRPr lang="en-US" sz="2800" b="1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961948"/>
                <a:ext cx="8229300" cy="3123991"/>
              </a:xfrm>
            </p:spPr>
            <p:txBody>
              <a:bodyPr/>
              <a:lstStyle/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There are two challenges in extending this framework to a 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general map</a:t>
                </a:r>
              </a:p>
              <a:p>
                <a:pPr lvl="1" indent="-342900"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 may not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wish to denote an array of length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if we have fewer elements</a:t>
                </a:r>
              </a:p>
              <a:p>
                <a:pPr lvl="1" indent="-342900"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 do not require that the keys are integers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novel concept of a hash table is to use a </a:t>
                </a:r>
                <a:r>
                  <a:rPr lang="en-US" sz="1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hash function </a:t>
                </a: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h</m:t>
                    </m:r>
                  </m:oMath>
                </a14:m>
                <a:endParaRPr lang="en-US" sz="1800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Hash function maps general keys to </a:t>
                </a:r>
                <a:r>
                  <a:rPr lang="en-US" sz="1800" noProof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correspo</a:t>
                </a:r>
                <a:r>
                  <a:rPr lang="en-US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nding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indices in a table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Ideally, keys will be well </a:t>
                </a:r>
                <a:r>
                  <a:rPr lang="en-US" sz="1800" noProof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distri</a:t>
                </a:r>
                <a:r>
                  <a:rPr lang="en-US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buted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the range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0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−1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noProof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practice there me more than one key 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mapped to the same index (</a:t>
                </a:r>
                <a:r>
                  <a:rPr lang="en-US" sz="1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collision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lang="en-US" sz="1800" noProof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961948"/>
                <a:ext cx="8229300" cy="312399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A765BD0-6DD1-46FC-B716-47F8B882B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505768"/>
              </p:ext>
            </p:extLst>
          </p:nvPr>
        </p:nvGraphicFramePr>
        <p:xfrm>
          <a:off x="1662396" y="4379589"/>
          <a:ext cx="52488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832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26968910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789A80FF-406B-4C6B-A6AF-DE6F380528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013446"/>
              </p:ext>
            </p:extLst>
          </p:nvPr>
        </p:nvGraphicFramePr>
        <p:xfrm>
          <a:off x="1650578" y="4004538"/>
          <a:ext cx="525934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84518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584518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584518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584518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584518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584518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584518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584518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3447370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B494908D-BC65-4515-BB97-D3484820D3A0}"/>
              </a:ext>
            </a:extLst>
          </p:cNvPr>
          <p:cNvCxnSpPr>
            <a:cxnSpLocks/>
          </p:cNvCxnSpPr>
          <p:nvPr/>
        </p:nvCxnSpPr>
        <p:spPr>
          <a:xfrm>
            <a:off x="2544095" y="4525030"/>
            <a:ext cx="3713" cy="711278"/>
          </a:xfrm>
          <a:prstGeom prst="straightConnector1">
            <a:avLst/>
          </a:prstGeom>
          <a:ln w="25400">
            <a:solidFill>
              <a:schemeClr val="accent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lussdiagramm: Magnetplattenspeicher 10">
            <a:extLst>
              <a:ext uri="{FF2B5EF4-FFF2-40B4-BE49-F238E27FC236}">
                <a16:creationId xmlns:a16="http://schemas.microsoft.com/office/drawing/2014/main" id="{77805772-BF56-4609-B158-AB40A1B11C75}"/>
              </a:ext>
            </a:extLst>
          </p:cNvPr>
          <p:cNvSpPr/>
          <p:nvPr/>
        </p:nvSpPr>
        <p:spPr>
          <a:xfrm>
            <a:off x="3399691" y="5022208"/>
            <a:ext cx="658451" cy="1231675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de-AT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(25,C)</a:t>
            </a:r>
          </a:p>
          <a:p>
            <a:pPr algn="ctr"/>
            <a:r>
              <a:rPr lang="de-AT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(3, F)</a:t>
            </a:r>
          </a:p>
          <a:p>
            <a:pPr algn="ctr"/>
            <a:r>
              <a:rPr lang="de-AT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(14, Z)</a:t>
            </a:r>
          </a:p>
          <a:p>
            <a:pPr algn="ctr"/>
            <a:endParaRPr lang="de-AT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86BFC549-85C8-4250-ABD8-1A4A285E09F6}"/>
              </a:ext>
            </a:extLst>
          </p:cNvPr>
          <p:cNvCxnSpPr>
            <a:cxnSpLocks/>
          </p:cNvCxnSpPr>
          <p:nvPr/>
        </p:nvCxnSpPr>
        <p:spPr>
          <a:xfrm>
            <a:off x="3699326" y="4503160"/>
            <a:ext cx="3713" cy="711278"/>
          </a:xfrm>
          <a:prstGeom prst="straightConnector1">
            <a:avLst/>
          </a:prstGeom>
          <a:ln w="25400">
            <a:solidFill>
              <a:schemeClr val="accent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lussdiagramm: Magnetplattenspeicher 12">
            <a:extLst>
              <a:ext uri="{FF2B5EF4-FFF2-40B4-BE49-F238E27FC236}">
                <a16:creationId xmlns:a16="http://schemas.microsoft.com/office/drawing/2014/main" id="{F8B658B4-E04F-4ECC-B1A1-B560352963AA}"/>
              </a:ext>
            </a:extLst>
          </p:cNvPr>
          <p:cNvSpPr/>
          <p:nvPr/>
        </p:nvSpPr>
        <p:spPr>
          <a:xfrm>
            <a:off x="2227182" y="5022207"/>
            <a:ext cx="633825" cy="1231675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(1,D)</a:t>
            </a:r>
          </a:p>
          <a:p>
            <a:pPr algn="ctr"/>
            <a:endParaRPr lang="de-AT"/>
          </a:p>
          <a:p>
            <a:pPr algn="ctr"/>
            <a:endParaRPr lang="de-AT"/>
          </a:p>
        </p:txBody>
      </p:sp>
      <p:sp>
        <p:nvSpPr>
          <p:cNvPr id="14" name="Flussdiagramm: Magnetplattenspeicher 13">
            <a:extLst>
              <a:ext uri="{FF2B5EF4-FFF2-40B4-BE49-F238E27FC236}">
                <a16:creationId xmlns:a16="http://schemas.microsoft.com/office/drawing/2014/main" id="{1D29C9DB-7A72-4571-9EAA-B32CE6105652}"/>
              </a:ext>
            </a:extLst>
          </p:cNvPr>
          <p:cNvSpPr/>
          <p:nvPr/>
        </p:nvSpPr>
        <p:spPr>
          <a:xfrm>
            <a:off x="5122513" y="5044079"/>
            <a:ext cx="692135" cy="1231675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de-AT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(6,A)</a:t>
            </a:r>
          </a:p>
          <a:p>
            <a:pPr algn="ctr"/>
            <a:r>
              <a:rPr lang="de-AT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(39, C)</a:t>
            </a:r>
          </a:p>
          <a:p>
            <a:pPr algn="ctr"/>
            <a:endParaRPr lang="de-AT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de-AT"/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0319B3DC-1778-4DB6-8546-A499FCF7C46B}"/>
              </a:ext>
            </a:extLst>
          </p:cNvPr>
          <p:cNvCxnSpPr>
            <a:cxnSpLocks/>
          </p:cNvCxnSpPr>
          <p:nvPr/>
        </p:nvCxnSpPr>
        <p:spPr>
          <a:xfrm>
            <a:off x="5484669" y="4525031"/>
            <a:ext cx="3713" cy="711278"/>
          </a:xfrm>
          <a:prstGeom prst="straightConnector1">
            <a:avLst/>
          </a:prstGeom>
          <a:ln w="25400">
            <a:solidFill>
              <a:schemeClr val="accent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BA1A168B-516C-4330-BC8F-9F95F95153B7}"/>
              </a:ext>
            </a:extLst>
          </p:cNvPr>
          <p:cNvCxnSpPr>
            <a:cxnSpLocks/>
          </p:cNvCxnSpPr>
          <p:nvPr/>
        </p:nvCxnSpPr>
        <p:spPr>
          <a:xfrm>
            <a:off x="6176804" y="4525030"/>
            <a:ext cx="3713" cy="711278"/>
          </a:xfrm>
          <a:prstGeom prst="straightConnector1">
            <a:avLst/>
          </a:prstGeom>
          <a:ln w="25400">
            <a:solidFill>
              <a:schemeClr val="accent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ussdiagramm: Magnetplattenspeicher 16">
            <a:extLst>
              <a:ext uri="{FF2B5EF4-FFF2-40B4-BE49-F238E27FC236}">
                <a16:creationId xmlns:a16="http://schemas.microsoft.com/office/drawing/2014/main" id="{E103CA9F-D964-474D-B348-96811800E675}"/>
              </a:ext>
            </a:extLst>
          </p:cNvPr>
          <p:cNvSpPr/>
          <p:nvPr/>
        </p:nvSpPr>
        <p:spPr>
          <a:xfrm>
            <a:off x="5859891" y="5022207"/>
            <a:ext cx="633825" cy="1231675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(7,Q)</a:t>
            </a:r>
          </a:p>
          <a:p>
            <a:pPr algn="ctr"/>
            <a:endParaRPr lang="de-AT"/>
          </a:p>
          <a:p>
            <a:pPr algn="ctr"/>
            <a:endParaRPr lang="de-AT"/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DDC59288-C2E1-4B7C-850C-4A4FE37A3A7A}"/>
              </a:ext>
            </a:extLst>
          </p:cNvPr>
          <p:cNvSpPr txBox="1">
            <a:spLocks/>
          </p:cNvSpPr>
          <p:nvPr/>
        </p:nvSpPr>
        <p:spPr>
          <a:xfrm>
            <a:off x="491169" y="4032375"/>
            <a:ext cx="875996" cy="68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Bucket</a:t>
            </a:r>
          </a:p>
          <a:p>
            <a:pPr marL="114300" indent="0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Array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867F7A-F8F6-9C06-2C66-CCE5D2D808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104" y="4880669"/>
            <a:ext cx="2101068" cy="11611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6666D1-6ACE-2F96-F7ED-302899A3FD1E}"/>
              </a:ext>
            </a:extLst>
          </p:cNvPr>
          <p:cNvSpPr txBox="1"/>
          <p:nvPr/>
        </p:nvSpPr>
        <p:spPr>
          <a:xfrm>
            <a:off x="6990202" y="6075072"/>
            <a:ext cx="169629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sz="500" dirty="0"/>
              <a:t>(Cormen et al, Introduction to Algorithms, Chapter 11)</a:t>
            </a:r>
          </a:p>
        </p:txBody>
      </p:sp>
    </p:spTree>
    <p:extLst>
      <p:ext uri="{BB962C8B-B14F-4D97-AF65-F5344CB8AC3E}">
        <p14:creationId xmlns:p14="http://schemas.microsoft.com/office/powerpoint/2010/main" val="2186029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6216"/>
            <a:ext cx="8229600" cy="1717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6600"/>
            <a:ext cx="8229300" cy="1144800"/>
          </a:xfrm>
        </p:spPr>
        <p:txBody>
          <a:bodyPr/>
          <a:lstStyle/>
          <a:p>
            <a:pPr algn="ctr"/>
            <a:r>
              <a:rPr lang="en-US" sz="4400" b="1" noProof="0">
                <a:latin typeface="Calibri" panose="020F0502020204030204" pitchFamily="34" charset="0"/>
                <a:cs typeface="Calibri" panose="020F0502020204030204" pitchFamily="34" charset="0"/>
              </a:rPr>
              <a:t>Hash functions</a:t>
            </a:r>
            <a:endParaRPr lang="en-US" sz="4400" b="1" noProof="0"/>
          </a:p>
        </p:txBody>
      </p:sp>
    </p:spTree>
    <p:extLst>
      <p:ext uri="{BB962C8B-B14F-4D97-AF65-F5344CB8AC3E}">
        <p14:creationId xmlns:p14="http://schemas.microsoft.com/office/powerpoint/2010/main" val="780574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Hash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platzhalter 2">
                <a:extLst>
                  <a:ext uri="{FF2B5EF4-FFF2-40B4-BE49-F238E27FC236}">
                    <a16:creationId xmlns:a16="http://schemas.microsoft.com/office/drawing/2014/main" id="{A8884AE5-3D47-4635-BD0A-863F1B654D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7964" y="1492184"/>
                <a:ext cx="8229300" cy="43380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goal of a </a:t>
                </a:r>
                <a:r>
                  <a:rPr lang="en-US" sz="1800" b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hash function</a:t>
                </a:r>
                <a:r>
                  <a:rPr lang="en-US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map each key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𝑘</m:t>
                    </m:r>
                  </m:oMath>
                </a14:m>
                <a:r>
                  <a:rPr lang="en-US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 an integer in the range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0, </m:t>
                        </m:r>
                        <m:r>
                          <a:rPr lang="en-US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en-US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−1</m:t>
                        </m:r>
                      </m:e>
                    </m:d>
                  </m:oMath>
                </a14:m>
                <a:endParaRPr lang="de-AT" sz="18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en-US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the capacity of the bucket array for a hash table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Equipped with such a function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h</m:t>
                    </m:r>
                  </m:oMath>
                </a14:m>
                <a:r>
                  <a:rPr lang="en-US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main idea is to use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h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as an index into the bucket array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</m:oMath>
                </a14:m>
                <a:endParaRPr lang="en-US" sz="18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 store the item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en-US" sz="18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n-US" sz="18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𝑣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the bucket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[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h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)]</m:t>
                    </m:r>
                  </m:oMath>
                </a14:m>
                <a:endParaRPr lang="en-US" sz="18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 there are two or more keys with the same hash value:</a:t>
                </a: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 say that a </a:t>
                </a:r>
                <a:r>
                  <a:rPr lang="en-US" sz="1800" b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collision</a:t>
                </a:r>
                <a:r>
                  <a:rPr lang="en-US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has occurred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 will discuss the ways how to deal with collisions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However, a good hash function will minimize collisions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addition, it will be fast and easy to compute</a:t>
                </a:r>
              </a:p>
            </p:txBody>
          </p:sp>
        </mc:Choice>
        <mc:Fallback xmlns="">
          <p:sp>
            <p:nvSpPr>
              <p:cNvPr id="45" name="Textplatzhalter 2">
                <a:extLst>
                  <a:ext uri="{FF2B5EF4-FFF2-40B4-BE49-F238E27FC236}">
                    <a16:creationId xmlns:a16="http://schemas.microsoft.com/office/drawing/2014/main" id="{A8884AE5-3D47-4635-BD0A-863F1B654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64" y="1492184"/>
                <a:ext cx="8229300" cy="4338093"/>
              </a:xfrm>
              <a:prstGeom prst="rect">
                <a:avLst/>
              </a:prstGeom>
              <a:blipFill>
                <a:blip r:embed="rId3"/>
                <a:stretch>
                  <a:fillRect b="-8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0430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Hash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platzhalter 2">
                <a:extLst>
                  <a:ext uri="{FF2B5EF4-FFF2-40B4-BE49-F238E27FC236}">
                    <a16:creationId xmlns:a16="http://schemas.microsoft.com/office/drawing/2014/main" id="{A8884AE5-3D47-4635-BD0A-863F1B654D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7964" y="1492185"/>
                <a:ext cx="8229300" cy="37206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will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view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evaluation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hash</a:t>
                </a:r>
                <a:r>
                  <a:rPr lang="de-AT" sz="1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function</a:t>
                </a:r>
                <a:r>
                  <a:rPr lang="de-AT" sz="1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𝒉</m:t>
                    </m:r>
                    <m:r>
                      <a:rPr lang="de-AT" sz="18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AT" sz="18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𝒌</m:t>
                    </m:r>
                    <m:r>
                      <a:rPr lang="de-AT" sz="18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consisting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two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parts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Hash code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that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maps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𝑘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 integer</a:t>
                </a: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Compression</a:t>
                </a:r>
                <a:r>
                  <a:rPr lang="de-AT" sz="1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function</a:t>
                </a:r>
                <a:r>
                  <a:rPr lang="de-AT" sz="1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that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maps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hash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code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range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[0,</m:t>
                    </m:r>
                    <m:r>
                      <a:rPr lang="de-AT" sz="18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−1]</m:t>
                    </m:r>
                  </m:oMath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advantage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separation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Hash code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independent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specific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hash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table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size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Allows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development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general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hash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code</a:t>
                </a: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Only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compression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function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depends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on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table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size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Particularly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convenient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because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hash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table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dynamically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resized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5" name="Textplatzhalter 2">
                <a:extLst>
                  <a:ext uri="{FF2B5EF4-FFF2-40B4-BE49-F238E27FC236}">
                    <a16:creationId xmlns:a16="http://schemas.microsoft.com/office/drawing/2014/main" id="{A8884AE5-3D47-4635-BD0A-863F1B654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64" y="1492185"/>
                <a:ext cx="8229300" cy="37206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3213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Hash codes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platzhalter 2">
                <a:extLst>
                  <a:ext uri="{FF2B5EF4-FFF2-40B4-BE49-F238E27FC236}">
                    <a16:creationId xmlns:a16="http://schemas.microsoft.com/office/drawing/2014/main" id="{A8884AE5-3D47-4635-BD0A-863F1B654D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7964" y="1492185"/>
                <a:ext cx="8229300" cy="26577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first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action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hash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function</a:t>
                </a:r>
                <a:endParaRPr lang="de-AT" sz="18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Take an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arbitrary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key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𝑘</m:t>
                    </m:r>
                  </m:oMath>
                </a14:m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compute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 integer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called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1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hash</a:t>
                </a:r>
                <a:r>
                  <a:rPr lang="de-AT" sz="1800" b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code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𝑘</m:t>
                    </m:r>
                  </m:oMath>
                </a14:m>
                <a:endParaRPr lang="en-US" sz="18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It does not need to be in range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[0,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−1]</m:t>
                    </m:r>
                  </m:oMath>
                </a14:m>
                <a:endParaRPr lang="en-US" sz="18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It can be even negative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 want the hash codes to avoid collisions as much as possible</a:t>
                </a:r>
              </a:p>
            </p:txBody>
          </p:sp>
        </mc:Choice>
        <mc:Fallback xmlns="">
          <p:sp>
            <p:nvSpPr>
              <p:cNvPr id="45" name="Textplatzhalter 2">
                <a:extLst>
                  <a:ext uri="{FF2B5EF4-FFF2-40B4-BE49-F238E27FC236}">
                    <a16:creationId xmlns:a16="http://schemas.microsoft.com/office/drawing/2014/main" id="{A8884AE5-3D47-4635-BD0A-863F1B654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64" y="1492185"/>
                <a:ext cx="8229300" cy="26577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917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Bit representations as integers</a:t>
            </a:r>
          </a:p>
        </p:txBody>
      </p:sp>
      <p:sp>
        <p:nvSpPr>
          <p:cNvPr id="45" name="Textplatzhalter 2">
            <a:extLst>
              <a:ext uri="{FF2B5EF4-FFF2-40B4-BE49-F238E27FC236}">
                <a16:creationId xmlns:a16="http://schemas.microsoft.com/office/drawing/2014/main" id="{A8884AE5-3D47-4635-BD0A-863F1B654D33}"/>
              </a:ext>
            </a:extLst>
          </p:cNvPr>
          <p:cNvSpPr txBox="1">
            <a:spLocks/>
          </p:cNvSpPr>
          <p:nvPr/>
        </p:nvSpPr>
        <p:spPr>
          <a:xfrm>
            <a:off x="487964" y="1492184"/>
            <a:ext cx="8229300" cy="3978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simplest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code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any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type:</a:t>
            </a:r>
          </a:p>
          <a:p>
            <a:pPr marL="857250" lvl="1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Integer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interpretation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bits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code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314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simply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314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code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float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3.14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representation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bits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 integer:</a:t>
            </a:r>
          </a:p>
          <a:p>
            <a:pPr marL="857250" lvl="1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1078523331 (binary: 0100 0000 0100 1000 1111 0101 1100 0011)</a:t>
            </a:r>
          </a:p>
          <a:p>
            <a:pPr marL="857250" lvl="1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is the bit representation of a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32-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bit float data type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However, if the hash codes are shorter, e.g.,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 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bits, we need to cut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bits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example, we could use only higher- or lower-order 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bits</a:t>
            </a:r>
          </a:p>
        </p:txBody>
      </p:sp>
    </p:spTree>
    <p:extLst>
      <p:ext uri="{BB962C8B-B14F-4D97-AF65-F5344CB8AC3E}">
        <p14:creationId xmlns:p14="http://schemas.microsoft.com/office/powerpoint/2010/main" val="2016840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US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Bit representations as integers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platzhalter 2">
                <a:extLst>
                  <a:ext uri="{FF2B5EF4-FFF2-40B4-BE49-F238E27FC236}">
                    <a16:creationId xmlns:a16="http://schemas.microsoft.com/office/drawing/2014/main" id="{A8884AE5-3D47-4635-BD0A-863F1B654D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2367675"/>
                <a:ext cx="8229300" cy="31110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better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approach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combine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higher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-order and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lower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-order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bits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 simple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implementation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add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those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two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components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ignore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overflow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Another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approach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take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XOR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two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components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This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approach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extended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any</a:t>
                </a:r>
                <a:r>
                  <a:rPr lang="de-DE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components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represented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bits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…,</m:t>
                    </m:r>
                    <m:sSub>
                      <m:sSubPr>
                        <m:ctrlP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−1</m:t>
                        </m:r>
                      </m:sub>
                    </m:sSub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example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taking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de-AT" sz="180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=0</m:t>
                        </m:r>
                      </m:sub>
                      <m:sup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de-AT" sz="180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hash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code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taking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XOR: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sz="180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de-AT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⊕</m:t>
                    </m:r>
                    <m:sSub>
                      <m:sSubPr>
                        <m:ctrlP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⊕ 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…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⊕</m:t>
                    </m:r>
                    <m:sSub>
                      <m:sSubPr>
                        <m:ctrlP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−1</m:t>
                        </m:r>
                      </m:sub>
                    </m:sSub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hash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code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Example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from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previous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slide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):</a:t>
                </a: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highlight>
                      <a:srgbClr val="C5E0B4"/>
                    </a:highlight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0100 0000 0100 1000 </a:t>
                </a:r>
                <a:r>
                  <a:rPr lang="en-US" sz="1800" dirty="0">
                    <a:highlight>
                      <a:srgbClr val="F8D7CD"/>
                    </a:highlight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1111 0101 1100 0011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has two components</a:t>
                </a: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highlight>
                      <a:srgbClr val="C5E0B4"/>
                    </a:highlight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0100 0000 0100 1000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⊕ </m:t>
                    </m:r>
                  </m:oMath>
                </a14:m>
                <a:b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800" dirty="0">
                    <a:highlight>
                      <a:srgbClr val="F8D7CD"/>
                    </a:highlight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1111 0101 1100 0011</a:t>
                </a:r>
                <a:br>
                  <a:rPr lang="en-US" sz="1800" dirty="0">
                    <a:highlight>
                      <a:srgbClr val="F8D7CD"/>
                    </a:highlight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-----------------------------</a:t>
                </a:r>
                <a:br>
                  <a:rPr lang="en-US" sz="1800" dirty="0">
                    <a:highlight>
                      <a:srgbClr val="F8D7CD"/>
                    </a:highlight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800" dirty="0">
                    <a:highlight>
                      <a:srgbClr val="00FFFF"/>
                    </a:highlight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1011 0101 1000 1011</a:t>
                </a:r>
              </a:p>
              <a:p>
                <a:pPr marL="571500" lvl="1" indent="0">
                  <a:spcBef>
                    <a:spcPts val="600"/>
                  </a:spcBef>
                  <a:spcAft>
                    <a:spcPts val="600"/>
                  </a:spcAft>
                </a:pPr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45" name="Textplatzhalter 2">
                <a:extLst>
                  <a:ext uri="{FF2B5EF4-FFF2-40B4-BE49-F238E27FC236}">
                    <a16:creationId xmlns:a16="http://schemas.microsoft.com/office/drawing/2014/main" id="{A8884AE5-3D47-4635-BD0A-863F1B654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367675"/>
                <a:ext cx="8229300" cy="3111078"/>
              </a:xfrm>
              <a:prstGeom prst="rect">
                <a:avLst/>
              </a:prstGeom>
              <a:blipFill>
                <a:blip r:embed="rId3"/>
                <a:stretch>
                  <a:fillRect t="-38618" b="-272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2247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Polynomial hash codes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platzhalter 2">
                <a:extLst>
                  <a:ext uri="{FF2B5EF4-FFF2-40B4-BE49-F238E27FC236}">
                    <a16:creationId xmlns:a16="http://schemas.microsoft.com/office/drawing/2014/main" id="{A8884AE5-3D47-4635-BD0A-863F1B654D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7964" y="1492185"/>
                <a:ext cx="8229300" cy="31110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summation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xor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are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not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good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choices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strings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or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variable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length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objects</a:t>
                </a:r>
                <a:endParaRPr lang="de-AT" sz="18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Such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objects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have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form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…,</m:t>
                    </m:r>
                    <m:sSub>
                      <m:sSubPr>
                        <m:ctrlP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−1</m:t>
                        </m:r>
                      </m:sub>
                    </m:sSub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but the order is significant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 example, consider a 16 bit summation hash code for a Unicode string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This code produces lots of unwanted collisions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 example, “temp01” and “temp10” collide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“stop”, “tops”, “pots”, “spot” collide, etc.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 better hash code will take the position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’s into account</a:t>
                </a:r>
                <a:endParaRPr lang="de-AT" sz="18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5" name="Textplatzhalter 2">
                <a:extLst>
                  <a:ext uri="{FF2B5EF4-FFF2-40B4-BE49-F238E27FC236}">
                    <a16:creationId xmlns:a16="http://schemas.microsoft.com/office/drawing/2014/main" id="{A8884AE5-3D47-4635-BD0A-863F1B654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64" y="1492185"/>
                <a:ext cx="8229300" cy="3111078"/>
              </a:xfrm>
              <a:prstGeom prst="rect">
                <a:avLst/>
              </a:prstGeom>
              <a:blipFill>
                <a:blip r:embed="rId3"/>
                <a:stretch>
                  <a:fillRect b="-1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82970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Polynomial hash codes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platzhalter 2">
                <a:extLst>
                  <a:ext uri="{FF2B5EF4-FFF2-40B4-BE49-F238E27FC236}">
                    <a16:creationId xmlns:a16="http://schemas.microsoft.com/office/drawing/2014/main" id="{A8884AE5-3D47-4635-BD0A-863F1B654D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7964" y="1492184"/>
                <a:ext cx="8229300" cy="42286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One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possibility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choose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non-zero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constant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≠1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a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hash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code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AT" sz="18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de-AT" sz="180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𝑎</m:t>
                          </m:r>
                        </m:e>
                        <m:sup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−1</m:t>
                          </m:r>
                        </m:sup>
                      </m:sSup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𝑎</m:t>
                          </m:r>
                        </m:e>
                        <m:sup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−2</m:t>
                          </m:r>
                        </m:sup>
                      </m:sSup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+…+</m:t>
                      </m:r>
                      <m:sSub>
                        <m:sSubPr>
                          <m:ctrlP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−2</m:t>
                          </m:r>
                        </m:sub>
                      </m:sSub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𝑛</m:t>
                          </m:r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This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polynomial in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that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takes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components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sSub>
                      <m:sSubPr>
                        <m:ctrlP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…,</m:t>
                    </m:r>
                    <m:sSub>
                      <m:sSubPr>
                        <m:ctrlP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−1</m:t>
                        </m:r>
                      </m:sub>
                    </m:sSub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coefficients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On a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typical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computer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will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finite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bit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representation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hash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code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Hence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value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will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periodically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overflow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bits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 integer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are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more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interested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a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good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spread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ignore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such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overflows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Still,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should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mindful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that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overflows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are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occuring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select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s.t.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final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hash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code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some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non-zero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low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-order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bits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This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ensures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that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some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information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preserved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even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case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overflows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45" name="Textplatzhalter 2">
                <a:extLst>
                  <a:ext uri="{FF2B5EF4-FFF2-40B4-BE49-F238E27FC236}">
                    <a16:creationId xmlns:a16="http://schemas.microsoft.com/office/drawing/2014/main" id="{A8884AE5-3D47-4635-BD0A-863F1B654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64" y="1492184"/>
                <a:ext cx="8229300" cy="42286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75673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Cyclic-shift hash codes</a:t>
            </a:r>
          </a:p>
        </p:txBody>
      </p:sp>
      <p:sp>
        <p:nvSpPr>
          <p:cNvPr id="45" name="Textplatzhalter 2">
            <a:extLst>
              <a:ext uri="{FF2B5EF4-FFF2-40B4-BE49-F238E27FC236}">
                <a16:creationId xmlns:a16="http://schemas.microsoft.com/office/drawing/2014/main" id="{A8884AE5-3D47-4635-BD0A-863F1B654D33}"/>
              </a:ext>
            </a:extLst>
          </p:cNvPr>
          <p:cNvSpPr txBox="1">
            <a:spLocks/>
          </p:cNvSpPr>
          <p:nvPr/>
        </p:nvSpPr>
        <p:spPr>
          <a:xfrm>
            <a:off x="487964" y="1492185"/>
            <a:ext cx="8229300" cy="3384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replace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multiplication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cyclic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shift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partial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 5-bit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cyclic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shift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32-bit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AT" sz="18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00111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101100101101010100010101000 </a:t>
            </a:r>
            <a:b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achieved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taking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leftmost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5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bits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placing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those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rightmost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side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representation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b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101100101101010100010101000</a:t>
            </a:r>
            <a:r>
              <a:rPr lang="de-AT" sz="18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00111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Arithmetically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little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meaning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but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accomplishes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variation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bits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position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characters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Python, a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cyclic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shift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accomplished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bitwise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operators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&lt;&lt; and &gt;&gt;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care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truncating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32-bit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integers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389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CCF7A-B7D6-5130-FDA9-FF295CAAC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B32212-BCC2-7550-6D65-AA916CCD4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US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Python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D3CC1-81D6-51B2-2862-7520934951CD}"/>
              </a:ext>
            </a:extLst>
          </p:cNvPr>
          <p:cNvSpPr txBox="1"/>
          <p:nvPr/>
        </p:nvSpPr>
        <p:spPr>
          <a:xfrm>
            <a:off x="170538" y="2053994"/>
            <a:ext cx="8802624" cy="16004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>
                <a:latin typeface="Andale Mono" panose="020B0509000000000004" pitchFamily="49" charset="0"/>
                <a:cs typeface="Courier New" panose="02070309020205020404" pitchFamily="49" charset="0"/>
              </a:rPr>
              <a:t>def </a:t>
            </a:r>
            <a:r>
              <a:rPr lang="en-GB" dirty="0" err="1">
                <a:latin typeface="Andale Mono" panose="020B0509000000000004" pitchFamily="49" charset="0"/>
                <a:cs typeface="Courier New" panose="02070309020205020404" pitchFamily="49" charset="0"/>
              </a:rPr>
              <a:t>cyclic_shift_hash</a:t>
            </a:r>
            <a:r>
              <a:rPr lang="en-GB" dirty="0">
                <a:latin typeface="Andale Mono" panose="020B0509000000000004" pitchFamily="49" charset="0"/>
                <a:cs typeface="Courier New" panose="02070309020205020404" pitchFamily="49" charset="0"/>
              </a:rPr>
              <a:t>(word, shift):</a:t>
            </a:r>
          </a:p>
          <a:p>
            <a:r>
              <a:rPr lang="en-GB" dirty="0">
                <a:latin typeface="Andale Mono" panose="020B0509000000000004" pitchFamily="49" charset="0"/>
                <a:cs typeface="Courier New" panose="02070309020205020404" pitchFamily="49" charset="0"/>
              </a:rPr>
              <a:t>    </a:t>
            </a:r>
            <a:r>
              <a:rPr lang="en-GB" dirty="0" err="1">
                <a:latin typeface="Andale Mono" panose="020B0509000000000004" pitchFamily="49" charset="0"/>
                <a:cs typeface="Courier New" panose="02070309020205020404" pitchFamily="49" charset="0"/>
              </a:rPr>
              <a:t>hash_code</a:t>
            </a:r>
            <a:r>
              <a:rPr lang="en-GB" dirty="0">
                <a:latin typeface="Andale Mono" panose="020B0509000000000004" pitchFamily="49" charset="0"/>
                <a:cs typeface="Courier New" panose="02070309020205020404" pitchFamily="49" charset="0"/>
              </a:rPr>
              <a:t> = 0</a:t>
            </a:r>
          </a:p>
          <a:p>
            <a:r>
              <a:rPr lang="en-GB" dirty="0">
                <a:latin typeface="Andale Mono" panose="020B0509000000000004" pitchFamily="49" charset="0"/>
                <a:cs typeface="Courier New" panose="02070309020205020404" pitchFamily="49" charset="0"/>
              </a:rPr>
              <a:t>    for c in word:</a:t>
            </a:r>
          </a:p>
          <a:p>
            <a:r>
              <a:rPr lang="en-GB" dirty="0">
                <a:latin typeface="Andale Mono" panose="020B0509000000000004" pitchFamily="49" charset="0"/>
                <a:cs typeface="Courier New" panose="02070309020205020404" pitchFamily="49" charset="0"/>
              </a:rPr>
              <a:t>        </a:t>
            </a:r>
            <a:r>
              <a:rPr lang="en-GB" dirty="0" err="1">
                <a:latin typeface="Andale Mono" panose="020B0509000000000004" pitchFamily="49" charset="0"/>
                <a:cs typeface="Courier New" panose="02070309020205020404" pitchFamily="49" charset="0"/>
              </a:rPr>
              <a:t>hash_code</a:t>
            </a:r>
            <a:r>
              <a:rPr lang="en-GB" dirty="0">
                <a:latin typeface="Andale Mono" panose="020B0509000000000004" pitchFamily="49" charset="0"/>
                <a:cs typeface="Courier New" panose="02070309020205020404" pitchFamily="49" charset="0"/>
              </a:rPr>
              <a:t> = ((</a:t>
            </a:r>
            <a:r>
              <a:rPr lang="en-GB" dirty="0" err="1">
                <a:latin typeface="Andale Mono" panose="020B0509000000000004" pitchFamily="49" charset="0"/>
                <a:cs typeface="Courier New" panose="02070309020205020404" pitchFamily="49" charset="0"/>
              </a:rPr>
              <a:t>hash_code</a:t>
            </a:r>
            <a:r>
              <a:rPr lang="en-GB" dirty="0">
                <a:latin typeface="Andale Mono" panose="020B0509000000000004" pitchFamily="49" charset="0"/>
                <a:cs typeface="Courier New" panose="02070309020205020404" pitchFamily="49" charset="0"/>
              </a:rPr>
              <a:t> &lt;&lt; shift) | </a:t>
            </a:r>
          </a:p>
          <a:p>
            <a:r>
              <a:rPr lang="en-GB" dirty="0">
                <a:latin typeface="Andale Mono" panose="020B0509000000000004" pitchFamily="49" charset="0"/>
                <a:cs typeface="Courier New" panose="02070309020205020404" pitchFamily="49" charset="0"/>
              </a:rPr>
              <a:t>		(</a:t>
            </a:r>
            <a:r>
              <a:rPr lang="en-GB" dirty="0" err="1">
                <a:latin typeface="Andale Mono" panose="020B0509000000000004" pitchFamily="49" charset="0"/>
                <a:cs typeface="Courier New" panose="02070309020205020404" pitchFamily="49" charset="0"/>
              </a:rPr>
              <a:t>hash_code</a:t>
            </a:r>
            <a:r>
              <a:rPr lang="en-GB" dirty="0">
                <a:latin typeface="Andale Mono" panose="020B0509000000000004" pitchFamily="49" charset="0"/>
                <a:cs typeface="Courier New" panose="02070309020205020404" pitchFamily="49" charset="0"/>
              </a:rPr>
              <a:t> &gt;&gt; (32 - shift))) &amp; 0xFFFFFFFF</a:t>
            </a:r>
          </a:p>
          <a:p>
            <a:r>
              <a:rPr lang="en-GB" dirty="0">
                <a:latin typeface="Andale Mono" panose="020B0509000000000004" pitchFamily="49" charset="0"/>
                <a:cs typeface="Courier New" panose="02070309020205020404" pitchFamily="49" charset="0"/>
              </a:rPr>
              <a:t>        </a:t>
            </a:r>
            <a:r>
              <a:rPr lang="en-GB" dirty="0" err="1">
                <a:latin typeface="Andale Mono" panose="020B0509000000000004" pitchFamily="49" charset="0"/>
                <a:cs typeface="Courier New" panose="02070309020205020404" pitchFamily="49" charset="0"/>
              </a:rPr>
              <a:t>hash_code</a:t>
            </a:r>
            <a:r>
              <a:rPr lang="en-GB" dirty="0">
                <a:latin typeface="Andale Mono" panose="020B0509000000000004" pitchFamily="49" charset="0"/>
                <a:cs typeface="Courier New" panose="02070309020205020404" pitchFamily="49" charset="0"/>
              </a:rPr>
              <a:t> = (</a:t>
            </a:r>
            <a:r>
              <a:rPr lang="en-GB" dirty="0" err="1">
                <a:latin typeface="Andale Mono" panose="020B0509000000000004" pitchFamily="49" charset="0"/>
                <a:cs typeface="Courier New" panose="02070309020205020404" pitchFamily="49" charset="0"/>
              </a:rPr>
              <a:t>hash_code</a:t>
            </a:r>
            <a:r>
              <a:rPr lang="en-GB" dirty="0">
                <a:latin typeface="Andale Mono" panose="020B0509000000000004" pitchFamily="49" charset="0"/>
                <a:cs typeface="Courier New" panose="02070309020205020404" pitchFamily="49" charset="0"/>
              </a:rPr>
              <a:t> + </a:t>
            </a:r>
            <a:r>
              <a:rPr lang="en-GB" dirty="0" err="1">
                <a:latin typeface="Andale Mono" panose="020B0509000000000004" pitchFamily="49" charset="0"/>
                <a:cs typeface="Courier New" panose="02070309020205020404" pitchFamily="49" charset="0"/>
              </a:rPr>
              <a:t>ord</a:t>
            </a:r>
            <a:r>
              <a:rPr lang="en-GB" dirty="0">
                <a:latin typeface="Andale Mono" panose="020B0509000000000004" pitchFamily="49" charset="0"/>
                <a:cs typeface="Courier New" panose="02070309020205020404" pitchFamily="49" charset="0"/>
              </a:rPr>
              <a:t>(c)) &amp; 0xFFFFFFFF</a:t>
            </a:r>
          </a:p>
          <a:p>
            <a:r>
              <a:rPr lang="en-GB" dirty="0">
                <a:latin typeface="Andale Mono" panose="020B0509000000000004" pitchFamily="49" charset="0"/>
                <a:cs typeface="Courier New" panose="02070309020205020404" pitchFamily="49" charset="0"/>
              </a:rPr>
              <a:t>    return </a:t>
            </a:r>
            <a:r>
              <a:rPr lang="en-GB" dirty="0" err="1">
                <a:latin typeface="Andale Mono" panose="020B0509000000000004" pitchFamily="49" charset="0"/>
                <a:cs typeface="Courier New" panose="02070309020205020404" pitchFamily="49" charset="0"/>
              </a:rPr>
              <a:t>hash_code</a:t>
            </a:r>
            <a:endParaRPr lang="en-AT" dirty="0">
              <a:latin typeface="Andale Mono" panose="020B05090000000000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8368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/>
              <p:nvPr/>
            </p:nvSpPr>
            <p:spPr>
              <a:xfrm>
                <a:off x="519423" y="1589970"/>
                <a:ext cx="8229600" cy="3139321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Task</a:t>
                </a: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lang="en-US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: 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Use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  <a:hlinkClick r:id="rId3"/>
                  </a:rPr>
                  <a:t>text file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run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experiment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count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total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number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collisions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well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maximal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number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collisions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at a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single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hash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code. Use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cyclic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-shift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hash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code (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which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combination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shift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operations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are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required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this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?) and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iterate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over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shifts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in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range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[0, 16].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Which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shift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gives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least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amount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total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collisions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which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gives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least maximal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number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collisions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?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lang="de-AT" sz="1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de-AT" sz="1800" i="1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Hint</a:t>
                </a:r>
                <a:r>
                  <a:rPr kumimoji="0" lang="de-AT" sz="1800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: </a:t>
                </a:r>
                <a:r>
                  <a:rPr kumimoji="0" lang="de-AT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use</a:t>
                </a:r>
                <a:r>
                  <a:rPr kumimoji="0" lang="de-AT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your</a:t>
                </a:r>
                <a:r>
                  <a:rPr kumimoji="0" lang="de-AT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implementation</a:t>
                </a:r>
                <a:r>
                  <a:rPr kumimoji="0" lang="de-AT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of</a:t>
                </a:r>
                <a:r>
                  <a:rPr kumimoji="0" lang="de-AT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the</a:t>
                </a:r>
                <a:r>
                  <a:rPr kumimoji="0" lang="de-AT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word</a:t>
                </a:r>
                <a:r>
                  <a:rPr kumimoji="0" lang="de-AT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frequency</a:t>
                </a:r>
                <a:r>
                  <a:rPr kumimoji="0" lang="de-AT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function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count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frequency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hash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codes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de-AT" sz="18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de-AT" sz="18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de-AT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Task 4: 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Repeat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experiment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test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built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-in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h𝑎𝑠h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()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function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collisions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  <a:endParaRPr kumimoji="0" lang="en-US" sz="18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</p:txBody>
          </p:sp>
        </mc:Choice>
        <mc:Fallback xmlns="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23" y="1589970"/>
                <a:ext cx="8229600" cy="3139321"/>
              </a:xfrm>
              <a:prstGeom prst="rect">
                <a:avLst/>
              </a:prstGeom>
              <a:blipFill>
                <a:blip r:embed="rId4"/>
                <a:stretch>
                  <a:fillRect l="-593" t="-1165" r="-667" b="-2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72980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US" sz="2800" b="1">
                <a:latin typeface="Calibri" panose="020F0502020204030204" pitchFamily="34" charset="0"/>
                <a:cs typeface="Calibri" panose="020F0502020204030204" pitchFamily="34" charset="0"/>
              </a:rPr>
              <a:t>Compression</a:t>
            </a:r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platzhalter 2">
                <a:extLst>
                  <a:ext uri="{FF2B5EF4-FFF2-40B4-BE49-F238E27FC236}">
                    <a16:creationId xmlns:a16="http://schemas.microsoft.com/office/drawing/2014/main" id="{A8884AE5-3D47-4635-BD0A-863F1B654D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7964" y="1492185"/>
                <a:ext cx="8229300" cy="26577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hash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codes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are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typically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not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directly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usable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bucket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array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example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negative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exceed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capacity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array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Hence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hash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codes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mapped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range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[0, 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−1]</m:t>
                    </m:r>
                  </m:oMath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This computation is known as a </a:t>
                </a:r>
                <a:r>
                  <a:rPr lang="en-US" sz="1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compression function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 good compression function:</a:t>
                </a: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Minimizes the number of collisions for a given set of distinct hash codes</a:t>
                </a:r>
              </a:p>
            </p:txBody>
          </p:sp>
        </mc:Choice>
        <mc:Fallback xmlns="">
          <p:sp>
            <p:nvSpPr>
              <p:cNvPr id="45" name="Textplatzhalter 2">
                <a:extLst>
                  <a:ext uri="{FF2B5EF4-FFF2-40B4-BE49-F238E27FC236}">
                    <a16:creationId xmlns:a16="http://schemas.microsoft.com/office/drawing/2014/main" id="{A8884AE5-3D47-4635-BD0A-863F1B654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64" y="1492185"/>
                <a:ext cx="8229300" cy="2657784"/>
              </a:xfrm>
              <a:prstGeom prst="rect">
                <a:avLst/>
              </a:prstGeom>
              <a:blipFill>
                <a:blip r:embed="rId3"/>
                <a:stretch>
                  <a:fillRect b="-68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75255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US" sz="2800" b="1">
                <a:latin typeface="Calibri" panose="020F0502020204030204" pitchFamily="34" charset="0"/>
                <a:cs typeface="Calibri" panose="020F0502020204030204" pitchFamily="34" charset="0"/>
              </a:rPr>
              <a:t>The division method</a:t>
            </a:r>
            <a:endParaRPr lang="en-US" sz="2800" b="1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platzhalter 2">
                <a:extLst>
                  <a:ext uri="{FF2B5EF4-FFF2-40B4-BE49-F238E27FC236}">
                    <a16:creationId xmlns:a16="http://schemas.microsoft.com/office/drawing/2014/main" id="{A8884AE5-3D47-4635-BD0A-863F1B654D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7964" y="1492185"/>
                <a:ext cx="8229300" cy="39004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 simple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compression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function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uses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modulo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arithmetic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𝑖</m:t>
                      </m:r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𝑚𝑜𝑑</m:t>
                      </m:r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𝑛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= 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𝑖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% 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𝑛</m:t>
                      </m:r>
                    </m:oMath>
                  </m:oMathPara>
                </a14:m>
                <a:endParaRPr lang="en-US" sz="1800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the fixed size of the bucket array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 we take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to be a prime number the division method often spreads out the hash codes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not a prime then there is a greater risk that patterns in the hash codes are repeated in the distribution of the hash values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 example, take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{200, 205, 210, 220, …, 600} 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=100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Each hash code will collide with three others</a:t>
                </a: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However, taking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=101 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 will not have any collisions</a:t>
                </a:r>
              </a:p>
            </p:txBody>
          </p:sp>
        </mc:Choice>
        <mc:Fallback>
          <p:sp>
            <p:nvSpPr>
              <p:cNvPr id="45" name="Textplatzhalter 2">
                <a:extLst>
                  <a:ext uri="{FF2B5EF4-FFF2-40B4-BE49-F238E27FC236}">
                    <a16:creationId xmlns:a16="http://schemas.microsoft.com/office/drawing/2014/main" id="{A8884AE5-3D47-4635-BD0A-863F1B654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64" y="1492185"/>
                <a:ext cx="8229300" cy="3900430"/>
              </a:xfrm>
              <a:prstGeom prst="rect">
                <a:avLst/>
              </a:prstGeom>
              <a:blipFill>
                <a:blip r:embed="rId3"/>
                <a:stretch>
                  <a:fillRect r="-308" b="-16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1198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The MAD (multiply, add, divide) method</a:t>
            </a:r>
            <a:endParaRPr lang="en-US" sz="2800" b="1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platzhalter 2">
                <a:extLst>
                  <a:ext uri="{FF2B5EF4-FFF2-40B4-BE49-F238E27FC236}">
                    <a16:creationId xmlns:a16="http://schemas.microsoft.com/office/drawing/2014/main" id="{A8884AE5-3D47-4635-BD0A-863F1B654D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7964" y="1492185"/>
                <a:ext cx="8229300" cy="39004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more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sophisticated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compression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function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[</m:t>
                      </m:r>
                      <m:d>
                        <m:dPr>
                          <m:ctrlP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𝑎𝑖</m:t>
                          </m:r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+</m:t>
                          </m:r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𝑏</m:t>
                          </m:r>
                        </m:e>
                      </m:d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𝑚𝑜𝑑</m:t>
                      </m:r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</m:t>
                      </m:r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] </m:t>
                      </m:r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𝑚𝑜𝑑</m:t>
                      </m:r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𝑛</m:t>
                      </m:r>
                    </m:oMath>
                  </m:oMathPara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the fixed size of the bucket array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a prime number larger than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𝑏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are random integers from the interval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[0,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−1]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&gt; 0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This compression function helps eliminate repeated patterns in a set of hash codes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prime number that we pick should not be too close to exact powers of 2.</a:t>
                </a:r>
              </a:p>
            </p:txBody>
          </p:sp>
        </mc:Choice>
        <mc:Fallback xmlns="">
          <p:sp>
            <p:nvSpPr>
              <p:cNvPr id="45" name="Textplatzhalter 2">
                <a:extLst>
                  <a:ext uri="{FF2B5EF4-FFF2-40B4-BE49-F238E27FC236}">
                    <a16:creationId xmlns:a16="http://schemas.microsoft.com/office/drawing/2014/main" id="{A8884AE5-3D47-4635-BD0A-863F1B654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64" y="1492185"/>
                <a:ext cx="8229300" cy="3900430"/>
              </a:xfrm>
              <a:prstGeom prst="rect">
                <a:avLst/>
              </a:prstGeom>
              <a:blipFill>
                <a:blip r:embed="rId3"/>
                <a:stretch>
                  <a:fillRect r="-3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95040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6216"/>
            <a:ext cx="8229600" cy="1717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6600"/>
            <a:ext cx="8229300" cy="1144800"/>
          </a:xfrm>
        </p:spPr>
        <p:txBody>
          <a:bodyPr/>
          <a:lstStyle/>
          <a:p>
            <a:pPr algn="ctr"/>
            <a:r>
              <a:rPr lang="en-US" sz="4400" b="1" noProof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en-US" sz="4400" b="1" noProof="0"/>
          </a:p>
        </p:txBody>
      </p:sp>
    </p:spTree>
    <p:extLst>
      <p:ext uri="{BB962C8B-B14F-4D97-AF65-F5344CB8AC3E}">
        <p14:creationId xmlns:p14="http://schemas.microsoft.com/office/powerpoint/2010/main" val="41457399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/>
              <p:nvPr/>
            </p:nvSpPr>
            <p:spPr>
              <a:xfrm>
                <a:off x="519423" y="1589970"/>
                <a:ext cx="8229600" cy="92333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Task</a:t>
                </a: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5: 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Implement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both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compression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methods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check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how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they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distribute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hash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values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=1000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Experiment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few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different prime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numbers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What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do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you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observe</a:t>
                </a:r>
                <a:r>
                  <a:rPr lang="de-AT" sz="1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23" y="1589970"/>
                <a:ext cx="8229600" cy="923330"/>
              </a:xfrm>
              <a:prstGeom prst="rect">
                <a:avLst/>
              </a:prstGeom>
              <a:blipFill>
                <a:blip r:embed="rId3"/>
                <a:stretch>
                  <a:fillRect l="-593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8072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6216"/>
            <a:ext cx="8229600" cy="1717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6600"/>
            <a:ext cx="8229300" cy="1144800"/>
          </a:xfrm>
        </p:spPr>
        <p:txBody>
          <a:bodyPr/>
          <a:lstStyle/>
          <a:p>
            <a:pPr algn="ctr"/>
            <a:r>
              <a:rPr lang="en-US" sz="4400" b="1" noProof="0">
                <a:latin typeface="Calibri" panose="020F0502020204030204" pitchFamily="34" charset="0"/>
                <a:cs typeface="Calibri" panose="020F0502020204030204" pitchFamily="34" charset="0"/>
              </a:rPr>
              <a:t>Collision handling schemes</a:t>
            </a:r>
            <a:endParaRPr lang="en-US" sz="4400" b="1" noProof="0"/>
          </a:p>
        </p:txBody>
      </p:sp>
    </p:spTree>
    <p:extLst>
      <p:ext uri="{BB962C8B-B14F-4D97-AF65-F5344CB8AC3E}">
        <p14:creationId xmlns:p14="http://schemas.microsoft.com/office/powerpoint/2010/main" val="36807804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US" sz="2800" b="1">
                <a:latin typeface="Calibri" panose="020F0502020204030204" pitchFamily="34" charset="0"/>
                <a:cs typeface="Calibri" panose="020F0502020204030204" pitchFamily="34" charset="0"/>
              </a:rPr>
              <a:t>Separate chaining</a:t>
            </a:r>
            <a:endParaRPr lang="en-US" sz="2800" b="1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platzhalter 2">
                <a:extLst>
                  <a:ext uri="{FF2B5EF4-FFF2-40B4-BE49-F238E27FC236}">
                    <a16:creationId xmlns:a16="http://schemas.microsoft.com/office/drawing/2014/main" id="{A8884AE5-3D47-4635-BD0A-863F1B654D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8302" y="1135567"/>
                <a:ext cx="8229300" cy="28647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 simple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way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dealing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collisions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Each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bucket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stores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separate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container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e.g., a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linked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list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This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list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keeps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all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keys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same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value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hash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function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Operations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on an individual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bucket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are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proportional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bucket‘s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size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expected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size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bucket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#</m:t>
                    </m:r>
                    <m:r>
                      <a:rPr lang="de-AT" sz="1800" i="1" dirty="0" err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𝑖𝑡𝑒𝑚𝑠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/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GB" sz="18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number of buckets)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 call this ratio </a:t>
                </a:r>
                <a:r>
                  <a:rPr lang="en-US" sz="1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load factor </a:t>
                </a: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and denote it with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𝝀</m:t>
                    </m:r>
                  </m:oMath>
                </a14:m>
                <a:endParaRPr lang="en-US" sz="18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 long as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𝜆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(1)</m:t>
                    </m:r>
                  </m:oMath>
                </a14:m>
                <a:r>
                  <a:rPr lang="en-US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operations are also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(1)</m:t>
                    </m:r>
                  </m:oMath>
                </a14:m>
                <a:endParaRPr lang="en-US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45" name="Textplatzhalter 2">
                <a:extLst>
                  <a:ext uri="{FF2B5EF4-FFF2-40B4-BE49-F238E27FC236}">
                    <a16:creationId xmlns:a16="http://schemas.microsoft.com/office/drawing/2014/main" id="{A8884AE5-3D47-4635-BD0A-863F1B654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02" y="1135567"/>
                <a:ext cx="8229300" cy="2864759"/>
              </a:xfrm>
              <a:prstGeom prst="rect">
                <a:avLst/>
              </a:prstGeom>
              <a:blipFill>
                <a:blip r:embed="rId3"/>
                <a:stretch>
                  <a:fillRect t="-2212" b="-48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5CA7ED18-CB97-41BB-BBB5-5CA9FB0DD3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39382"/>
              </p:ext>
            </p:extLst>
          </p:nvPr>
        </p:nvGraphicFramePr>
        <p:xfrm>
          <a:off x="1662396" y="4379589"/>
          <a:ext cx="52488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832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26968910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76844B97-2360-43F5-BCBA-CA67A4804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221281"/>
              </p:ext>
            </p:extLst>
          </p:nvPr>
        </p:nvGraphicFramePr>
        <p:xfrm>
          <a:off x="1650578" y="4004538"/>
          <a:ext cx="5259344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84518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584518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584518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584518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584518">
                  <a:extLst>
                    <a:ext uri="{9D8B030D-6E8A-4147-A177-3AD203B41FA5}">
                      <a16:colId xmlns:a16="http://schemas.microsoft.com/office/drawing/2014/main" val="2400113474"/>
                    </a:ext>
                  </a:extLst>
                </a:gridCol>
                <a:gridCol w="584518">
                  <a:extLst>
                    <a:ext uri="{9D8B030D-6E8A-4147-A177-3AD203B41FA5}">
                      <a16:colId xmlns:a16="http://schemas.microsoft.com/office/drawing/2014/main" val="883156179"/>
                    </a:ext>
                  </a:extLst>
                </a:gridCol>
                <a:gridCol w="584518">
                  <a:extLst>
                    <a:ext uri="{9D8B030D-6E8A-4147-A177-3AD203B41FA5}">
                      <a16:colId xmlns:a16="http://schemas.microsoft.com/office/drawing/2014/main" val="2515628111"/>
                    </a:ext>
                  </a:extLst>
                </a:gridCol>
                <a:gridCol w="584518">
                  <a:extLst>
                    <a:ext uri="{9D8B030D-6E8A-4147-A177-3AD203B41FA5}">
                      <a16:colId xmlns:a16="http://schemas.microsoft.com/office/drawing/2014/main" val="1043724596"/>
                    </a:ext>
                  </a:extLst>
                </a:gridCol>
                <a:gridCol w="583200">
                  <a:extLst>
                    <a:ext uri="{9D8B030D-6E8A-4147-A177-3AD203B41FA5}">
                      <a16:colId xmlns:a16="http://schemas.microsoft.com/office/drawing/2014/main" val="34473704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BDA3267A-4E5A-48E0-BCB1-F8B8178A9331}"/>
              </a:ext>
            </a:extLst>
          </p:cNvPr>
          <p:cNvCxnSpPr>
            <a:cxnSpLocks/>
          </p:cNvCxnSpPr>
          <p:nvPr/>
        </p:nvCxnSpPr>
        <p:spPr>
          <a:xfrm>
            <a:off x="2544095" y="4525030"/>
            <a:ext cx="3713" cy="711278"/>
          </a:xfrm>
          <a:prstGeom prst="straightConnector1">
            <a:avLst/>
          </a:prstGeom>
          <a:ln w="25400">
            <a:solidFill>
              <a:schemeClr val="accent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ussdiagramm: Magnetplattenspeicher 6">
            <a:extLst>
              <a:ext uri="{FF2B5EF4-FFF2-40B4-BE49-F238E27FC236}">
                <a16:creationId xmlns:a16="http://schemas.microsoft.com/office/drawing/2014/main" id="{EFD9937E-88DD-4E14-A9B1-B2FD81D78B23}"/>
              </a:ext>
            </a:extLst>
          </p:cNvPr>
          <p:cNvSpPr/>
          <p:nvPr/>
        </p:nvSpPr>
        <p:spPr>
          <a:xfrm>
            <a:off x="3399691" y="5022208"/>
            <a:ext cx="658451" cy="1231675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de-AT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(25,C)</a:t>
            </a:r>
          </a:p>
          <a:p>
            <a:pPr algn="ctr"/>
            <a:r>
              <a:rPr lang="de-AT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(3, F)</a:t>
            </a:r>
          </a:p>
          <a:p>
            <a:pPr algn="ctr"/>
            <a:r>
              <a:rPr lang="de-AT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(14, Z)</a:t>
            </a:r>
          </a:p>
          <a:p>
            <a:pPr algn="ctr"/>
            <a:endParaRPr lang="de-AT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1B711791-9E99-4747-8CFD-9D420FEECB86}"/>
              </a:ext>
            </a:extLst>
          </p:cNvPr>
          <p:cNvCxnSpPr>
            <a:cxnSpLocks/>
          </p:cNvCxnSpPr>
          <p:nvPr/>
        </p:nvCxnSpPr>
        <p:spPr>
          <a:xfrm>
            <a:off x="3699326" y="4503160"/>
            <a:ext cx="3713" cy="711278"/>
          </a:xfrm>
          <a:prstGeom prst="straightConnector1">
            <a:avLst/>
          </a:prstGeom>
          <a:ln w="25400">
            <a:solidFill>
              <a:schemeClr val="accent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lussdiagramm: Magnetplattenspeicher 8">
            <a:extLst>
              <a:ext uri="{FF2B5EF4-FFF2-40B4-BE49-F238E27FC236}">
                <a16:creationId xmlns:a16="http://schemas.microsoft.com/office/drawing/2014/main" id="{33ED2560-5307-4934-A5B2-50663FF05F38}"/>
              </a:ext>
            </a:extLst>
          </p:cNvPr>
          <p:cNvSpPr/>
          <p:nvPr/>
        </p:nvSpPr>
        <p:spPr>
          <a:xfrm>
            <a:off x="2227182" y="5022207"/>
            <a:ext cx="633825" cy="1231675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(1,D)</a:t>
            </a:r>
          </a:p>
          <a:p>
            <a:pPr algn="ctr"/>
            <a:endParaRPr lang="de-AT"/>
          </a:p>
          <a:p>
            <a:pPr algn="ctr"/>
            <a:endParaRPr lang="de-AT"/>
          </a:p>
        </p:txBody>
      </p:sp>
      <p:sp>
        <p:nvSpPr>
          <p:cNvPr id="10" name="Flussdiagramm: Magnetplattenspeicher 9">
            <a:extLst>
              <a:ext uri="{FF2B5EF4-FFF2-40B4-BE49-F238E27FC236}">
                <a16:creationId xmlns:a16="http://schemas.microsoft.com/office/drawing/2014/main" id="{8E337433-57FE-4082-B2E8-318840CE770C}"/>
              </a:ext>
            </a:extLst>
          </p:cNvPr>
          <p:cNvSpPr/>
          <p:nvPr/>
        </p:nvSpPr>
        <p:spPr>
          <a:xfrm>
            <a:off x="5122513" y="5044079"/>
            <a:ext cx="692135" cy="1231675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de-AT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(6,A)</a:t>
            </a:r>
          </a:p>
          <a:p>
            <a:pPr algn="ctr"/>
            <a:r>
              <a:rPr lang="de-AT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(39, C)</a:t>
            </a:r>
          </a:p>
          <a:p>
            <a:pPr algn="ctr"/>
            <a:endParaRPr lang="de-AT" b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de-AT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95B257CB-CD68-4BC8-B10A-D0A3FD4B46F5}"/>
              </a:ext>
            </a:extLst>
          </p:cNvPr>
          <p:cNvCxnSpPr>
            <a:cxnSpLocks/>
          </p:cNvCxnSpPr>
          <p:nvPr/>
        </p:nvCxnSpPr>
        <p:spPr>
          <a:xfrm>
            <a:off x="5484669" y="4525031"/>
            <a:ext cx="3713" cy="711278"/>
          </a:xfrm>
          <a:prstGeom prst="straightConnector1">
            <a:avLst/>
          </a:prstGeom>
          <a:ln w="25400">
            <a:solidFill>
              <a:schemeClr val="accent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DB6D7A73-B743-43DC-A0E9-B401AAB6A5F7}"/>
              </a:ext>
            </a:extLst>
          </p:cNvPr>
          <p:cNvCxnSpPr>
            <a:cxnSpLocks/>
          </p:cNvCxnSpPr>
          <p:nvPr/>
        </p:nvCxnSpPr>
        <p:spPr>
          <a:xfrm>
            <a:off x="6176804" y="4525030"/>
            <a:ext cx="3713" cy="711278"/>
          </a:xfrm>
          <a:prstGeom prst="straightConnector1">
            <a:avLst/>
          </a:prstGeom>
          <a:ln w="25400">
            <a:solidFill>
              <a:schemeClr val="accent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lussdiagramm: Magnetplattenspeicher 12">
            <a:extLst>
              <a:ext uri="{FF2B5EF4-FFF2-40B4-BE49-F238E27FC236}">
                <a16:creationId xmlns:a16="http://schemas.microsoft.com/office/drawing/2014/main" id="{0E11CCC2-583A-4310-8083-7D0F97439057}"/>
              </a:ext>
            </a:extLst>
          </p:cNvPr>
          <p:cNvSpPr/>
          <p:nvPr/>
        </p:nvSpPr>
        <p:spPr>
          <a:xfrm>
            <a:off x="5859891" y="5022207"/>
            <a:ext cx="633825" cy="1231675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b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(7,Q)</a:t>
            </a:r>
          </a:p>
          <a:p>
            <a:pPr algn="ctr"/>
            <a:endParaRPr lang="de-AT"/>
          </a:p>
          <a:p>
            <a:pPr algn="ctr"/>
            <a:endParaRPr lang="de-AT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E0DD9240-F72E-4A6E-A37B-E3E40AEAFD57}"/>
              </a:ext>
            </a:extLst>
          </p:cNvPr>
          <p:cNvSpPr txBox="1">
            <a:spLocks/>
          </p:cNvSpPr>
          <p:nvPr/>
        </p:nvSpPr>
        <p:spPr>
          <a:xfrm>
            <a:off x="516581" y="4064424"/>
            <a:ext cx="875996" cy="68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Bucket</a:t>
            </a:r>
          </a:p>
          <a:p>
            <a:pPr marL="114300" indent="0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Array</a:t>
            </a:r>
          </a:p>
        </p:txBody>
      </p:sp>
    </p:spTree>
    <p:extLst>
      <p:ext uri="{BB962C8B-B14F-4D97-AF65-F5344CB8AC3E}">
        <p14:creationId xmlns:p14="http://schemas.microsoft.com/office/powerpoint/2010/main" val="15958146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US" sz="2800" b="1">
                <a:latin typeface="Calibri" panose="020F0502020204030204" pitchFamily="34" charset="0"/>
                <a:cs typeface="Calibri" panose="020F0502020204030204" pitchFamily="34" charset="0"/>
              </a:rPr>
              <a:t>Open addressing</a:t>
            </a:r>
            <a:endParaRPr lang="en-US" sz="2800" b="1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platzhalter 2">
            <a:extLst>
              <a:ext uri="{FF2B5EF4-FFF2-40B4-BE49-F238E27FC236}">
                <a16:creationId xmlns:a16="http://schemas.microsoft.com/office/drawing/2014/main" id="{A8884AE5-3D47-4635-BD0A-863F1B654D33}"/>
              </a:ext>
            </a:extLst>
          </p:cNvPr>
          <p:cNvSpPr txBox="1">
            <a:spLocks/>
          </p:cNvSpPr>
          <p:nvPr/>
        </p:nvSpPr>
        <p:spPr>
          <a:xfrm>
            <a:off x="550486" y="1659198"/>
            <a:ext cx="8229300" cy="2864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Disadvantage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separate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chaining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1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auxiliary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(e.g.,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linked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Alternatively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could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item in a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slot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several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variants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approach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called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addressing</a:t>
            </a:r>
          </a:p>
          <a:p>
            <a:pPr marL="857250" lvl="1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Linear probing</a:t>
            </a:r>
          </a:p>
          <a:p>
            <a:pPr marL="857250" lvl="1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Quadratic probing</a:t>
            </a:r>
          </a:p>
          <a:p>
            <a:pPr marL="857250" lvl="1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Double hashing</a:t>
            </a:r>
          </a:p>
          <a:p>
            <a:pPr marL="4000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addressing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factor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always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803887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US" sz="2800" b="1">
                <a:latin typeface="Calibri" panose="020F0502020204030204" pitchFamily="34" charset="0"/>
                <a:cs typeface="Calibri" panose="020F0502020204030204" pitchFamily="34" charset="0"/>
              </a:rPr>
              <a:t>Linear probing</a:t>
            </a:r>
            <a:endParaRPr lang="en-US" sz="2800" b="1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platzhalter 2">
                <a:extLst>
                  <a:ext uri="{FF2B5EF4-FFF2-40B4-BE49-F238E27FC236}">
                    <a16:creationId xmlns:a16="http://schemas.microsoft.com/office/drawing/2014/main" id="{A8884AE5-3D47-4635-BD0A-863F1B654D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0486" y="1659198"/>
                <a:ext cx="8229300" cy="28647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 simple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method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open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addressing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linear </a:t>
                </a:r>
                <a:r>
                  <a:rPr lang="de-AT" sz="18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probing</a:t>
                </a:r>
                <a:endParaRPr lang="de-AT" sz="18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approach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bucket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[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h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)] </m:t>
                    </m:r>
                  </m:oMath>
                </a14:m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occupied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try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[(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h</m:t>
                    </m:r>
                    <m:r>
                      <a:rPr lang="de-AT" sz="18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AT" sz="18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 + 1) % 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] </m:t>
                    </m:r>
                  </m:oMath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And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keep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iterating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until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find an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empty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spot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When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searching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examine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subsequent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items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starting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at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[</m:t>
                    </m:r>
                    <m:r>
                      <a:rPr lang="de-AT" sz="18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h</m:t>
                    </m:r>
                    <m:r>
                      <a:rPr lang="de-AT" sz="18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AT" sz="18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)]</m:t>
                    </m:r>
                  </m:oMath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either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find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item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empty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bucket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When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deleting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mark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spot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being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deleted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/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available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again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(and not just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empty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do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do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not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simply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delete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?</a:t>
                </a:r>
              </a:p>
            </p:txBody>
          </p:sp>
        </mc:Choice>
        <mc:Fallback>
          <p:sp>
            <p:nvSpPr>
              <p:cNvPr id="45" name="Textplatzhalter 2">
                <a:extLst>
                  <a:ext uri="{FF2B5EF4-FFF2-40B4-BE49-F238E27FC236}">
                    <a16:creationId xmlns:a16="http://schemas.microsoft.com/office/drawing/2014/main" id="{A8884AE5-3D47-4635-BD0A-863F1B654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86" y="1659198"/>
                <a:ext cx="8229300" cy="2864759"/>
              </a:xfrm>
              <a:prstGeom prst="rect">
                <a:avLst/>
              </a:prstGeom>
              <a:blipFill>
                <a:blip r:embed="rId3"/>
                <a:stretch>
                  <a:fillRect t="-6608" r="-1387" b="-92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2C405C7E-C3E2-CEEF-46CF-13558EABFDB9}"/>
              </a:ext>
            </a:extLst>
          </p:cNvPr>
          <p:cNvGrpSpPr/>
          <p:nvPr/>
        </p:nvGrpSpPr>
        <p:grpSpPr>
          <a:xfrm>
            <a:off x="2476416" y="5603132"/>
            <a:ext cx="4377440" cy="437744"/>
            <a:chOff x="1712069" y="5126477"/>
            <a:chExt cx="4377440" cy="43774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517F97A-550D-E9B5-0BF5-E47F6CE74967}"/>
                </a:ext>
              </a:extLst>
            </p:cNvPr>
            <p:cNvGrpSpPr/>
            <p:nvPr/>
          </p:nvGrpSpPr>
          <p:grpSpPr>
            <a:xfrm>
              <a:off x="1712069" y="5126477"/>
              <a:ext cx="2188720" cy="437744"/>
              <a:chOff x="1712069" y="5126477"/>
              <a:chExt cx="2188720" cy="437744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5A818A2-8B38-6C3E-CD90-CE72652A2357}"/>
                  </a:ext>
                </a:extLst>
              </p:cNvPr>
              <p:cNvSpPr/>
              <p:nvPr/>
            </p:nvSpPr>
            <p:spPr>
              <a:xfrm>
                <a:off x="2149813" y="5126477"/>
                <a:ext cx="437744" cy="43774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848C20C-0705-B636-7FFB-2F04E82B1758}"/>
                  </a:ext>
                </a:extLst>
              </p:cNvPr>
              <p:cNvSpPr/>
              <p:nvPr/>
            </p:nvSpPr>
            <p:spPr>
              <a:xfrm>
                <a:off x="2587557" y="5126477"/>
                <a:ext cx="437744" cy="43774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C5FA598-3CA8-3E7B-0FF0-96CE05F5C149}"/>
                  </a:ext>
                </a:extLst>
              </p:cNvPr>
              <p:cNvSpPr/>
              <p:nvPr/>
            </p:nvSpPr>
            <p:spPr>
              <a:xfrm>
                <a:off x="3025301" y="5126477"/>
                <a:ext cx="437744" cy="43774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23A7C13-3FD3-CC6E-31B5-3272135214A0}"/>
                  </a:ext>
                </a:extLst>
              </p:cNvPr>
              <p:cNvSpPr/>
              <p:nvPr/>
            </p:nvSpPr>
            <p:spPr>
              <a:xfrm>
                <a:off x="1712069" y="5126477"/>
                <a:ext cx="437744" cy="43774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871F44D-8D68-9678-22D5-DBDEDB57D629}"/>
                  </a:ext>
                </a:extLst>
              </p:cNvPr>
              <p:cNvSpPr/>
              <p:nvPr/>
            </p:nvSpPr>
            <p:spPr>
              <a:xfrm>
                <a:off x="3463045" y="5126477"/>
                <a:ext cx="437744" cy="43774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7215189-2236-B574-C1EA-A9B56BBD6E68}"/>
                </a:ext>
              </a:extLst>
            </p:cNvPr>
            <p:cNvGrpSpPr/>
            <p:nvPr/>
          </p:nvGrpSpPr>
          <p:grpSpPr>
            <a:xfrm>
              <a:off x="3900789" y="5126477"/>
              <a:ext cx="2188720" cy="437744"/>
              <a:chOff x="1712069" y="5126477"/>
              <a:chExt cx="2188720" cy="437744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08D6BE5-C12D-A6EB-3421-A13D523AB086}"/>
                  </a:ext>
                </a:extLst>
              </p:cNvPr>
              <p:cNvSpPr/>
              <p:nvPr/>
            </p:nvSpPr>
            <p:spPr>
              <a:xfrm>
                <a:off x="2149813" y="5126477"/>
                <a:ext cx="437744" cy="43774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3942982-6519-77C1-D2C7-71D931730BBE}"/>
                  </a:ext>
                </a:extLst>
              </p:cNvPr>
              <p:cNvSpPr/>
              <p:nvPr/>
            </p:nvSpPr>
            <p:spPr>
              <a:xfrm>
                <a:off x="2587557" y="5126477"/>
                <a:ext cx="437744" cy="43774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6762E28-7C9F-E715-ED20-04B1C83BF332}"/>
                  </a:ext>
                </a:extLst>
              </p:cNvPr>
              <p:cNvSpPr/>
              <p:nvPr/>
            </p:nvSpPr>
            <p:spPr>
              <a:xfrm>
                <a:off x="3025301" y="5126477"/>
                <a:ext cx="437744" cy="43774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1856FDC-400F-084C-01AC-1B6832FE3AC4}"/>
                  </a:ext>
                </a:extLst>
              </p:cNvPr>
              <p:cNvSpPr/>
              <p:nvPr/>
            </p:nvSpPr>
            <p:spPr>
              <a:xfrm>
                <a:off x="1712069" y="5126477"/>
                <a:ext cx="437744" cy="43774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4BB4B34-21DD-BE10-C5C1-AE2ACD28CB3A}"/>
                  </a:ext>
                </a:extLst>
              </p:cNvPr>
              <p:cNvSpPr/>
              <p:nvPr/>
            </p:nvSpPr>
            <p:spPr>
              <a:xfrm>
                <a:off x="3463045" y="5126477"/>
                <a:ext cx="437744" cy="43774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</p:grpSp>
      </p:grpSp>
      <p:sp>
        <p:nvSpPr>
          <p:cNvPr id="19" name="Oval 18">
            <a:extLst>
              <a:ext uri="{FF2B5EF4-FFF2-40B4-BE49-F238E27FC236}">
                <a16:creationId xmlns:a16="http://schemas.microsoft.com/office/drawing/2014/main" id="{95338FB0-3ACE-84B1-4D9A-B286577F4EC9}"/>
              </a:ext>
            </a:extLst>
          </p:cNvPr>
          <p:cNvSpPr/>
          <p:nvPr/>
        </p:nvSpPr>
        <p:spPr>
          <a:xfrm>
            <a:off x="3483227" y="5023704"/>
            <a:ext cx="175098" cy="17509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5CDB592-3697-7BB0-AA14-6136F24752D5}"/>
              </a:ext>
            </a:extLst>
          </p:cNvPr>
          <p:cNvSpPr/>
          <p:nvPr/>
        </p:nvSpPr>
        <p:spPr>
          <a:xfrm>
            <a:off x="3045483" y="4922494"/>
            <a:ext cx="175098" cy="17509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512E2C-8CD8-DBD0-3787-0206FDF4568E}"/>
              </a:ext>
            </a:extLst>
          </p:cNvPr>
          <p:cNvSpPr/>
          <p:nvPr/>
        </p:nvSpPr>
        <p:spPr>
          <a:xfrm>
            <a:off x="3421954" y="5691389"/>
            <a:ext cx="295364" cy="2604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25" name="Triangle 24">
            <a:extLst>
              <a:ext uri="{FF2B5EF4-FFF2-40B4-BE49-F238E27FC236}">
                <a16:creationId xmlns:a16="http://schemas.microsoft.com/office/drawing/2014/main" id="{B1A965C2-35A4-ACB0-7719-8D5B942C333E}"/>
              </a:ext>
            </a:extLst>
          </p:cNvPr>
          <p:cNvSpPr/>
          <p:nvPr/>
        </p:nvSpPr>
        <p:spPr>
          <a:xfrm>
            <a:off x="3045483" y="4997602"/>
            <a:ext cx="175098" cy="150947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D18372C-850B-2603-7193-5EC977B731F5}"/>
              </a:ext>
            </a:extLst>
          </p:cNvPr>
          <p:cNvGrpSpPr/>
          <p:nvPr/>
        </p:nvGrpSpPr>
        <p:grpSpPr>
          <a:xfrm>
            <a:off x="3045483" y="4856154"/>
            <a:ext cx="378184" cy="307777"/>
            <a:chOff x="2180161" y="4822106"/>
            <a:chExt cx="378184" cy="307777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2AFAB15-F9D2-8B22-F1D9-D6F02CE67CDA}"/>
                </a:ext>
              </a:extLst>
            </p:cNvPr>
            <p:cNvSpPr/>
            <p:nvPr/>
          </p:nvSpPr>
          <p:spPr>
            <a:xfrm>
              <a:off x="2180161" y="4888446"/>
              <a:ext cx="175098" cy="175098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6643DD8-A527-D83D-4E58-94001E4A8BAB}"/>
                </a:ext>
              </a:extLst>
            </p:cNvPr>
            <p:cNvSpPr txBox="1"/>
            <p:nvPr/>
          </p:nvSpPr>
          <p:spPr>
            <a:xfrm>
              <a:off x="2274293" y="4822106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T" dirty="0"/>
                <a:t>?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2534CFD-ACC1-3CD9-888F-91C79CC0D15B}"/>
              </a:ext>
            </a:extLst>
          </p:cNvPr>
          <p:cNvSpPr txBox="1"/>
          <p:nvPr/>
        </p:nvSpPr>
        <p:spPr>
          <a:xfrm>
            <a:off x="5869291" y="5148549"/>
            <a:ext cx="98456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sz="700" dirty="0"/>
              <a:t>C</a:t>
            </a:r>
            <a:r>
              <a:rPr lang="en-GB" sz="700" dirty="0"/>
              <a:t>o</a:t>
            </a:r>
            <a:r>
              <a:rPr lang="en-AT" sz="700" dirty="0"/>
              <a:t>lour = hash value</a:t>
            </a:r>
          </a:p>
        </p:txBody>
      </p:sp>
    </p:spTree>
    <p:extLst>
      <p:ext uri="{BB962C8B-B14F-4D97-AF65-F5344CB8AC3E}">
        <p14:creationId xmlns:p14="http://schemas.microsoft.com/office/powerpoint/2010/main" val="1638986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0.00371 L 0.00018 0.10926 " pathEditMode="relative" ptsTypes="AA">
                                      <p:cBhvr>
                                        <p:cTn id="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10278 " pathEditMode="relative" ptsTypes="AA">
                                      <p:cBhvr>
                                        <p:cTn id="1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52 0.08426 L 0.00052 0.08426 C 0.00452 0.08078 0.01615 0.06296 0.02413 0.0625 C 0.03229 0.06203 0.04844 0.08217 0.04844 0.08217 L 0.04844 0.08217 C 0.05226 0.07916 0.0625 0.05949 0.07049 0.06481 C 0.07865 0.07013 0.09722 0.11388 0.09722 0.11388 L 0.09722 0.11388 " pathEditMode="relative" ptsTypes="AAAAAAAAA">
                                      <p:cBhvr>
                                        <p:cTn id="2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355 0.00625 C -0.01268 0.02361 -0.01181 0.0412 -0.01129 0.05439 C -0.01094 0.06736 -0.01441 0.08356 -0.01077 0.08518 C -0.00712 0.08657 0.00295 0.06412 0.01076 0.06319 C 0.0184 0.0625 0.02795 0.08055 0.03559 0.08055 C 0.04323 0.08078 0.04861 0.06134 0.05642 0.06412 C 0.06441 0.06666 0.08316 0.09652 0.08316 0.09652 L 0.08316 0.09652 " pathEditMode="relative" ptsTypes="AAAAAAAA">
                                      <p:cBhvr>
                                        <p:cTn id="4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19" grpId="2" animBg="1"/>
      <p:bldP spid="21" grpId="0" animBg="1"/>
      <p:bldP spid="21" grpId="1" animBg="1"/>
      <p:bldP spid="24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US" sz="2800" b="1">
                <a:latin typeface="Calibri" panose="020F0502020204030204" pitchFamily="34" charset="0"/>
                <a:cs typeface="Calibri" panose="020F0502020204030204" pitchFamily="34" charset="0"/>
              </a:rPr>
              <a:t>Quadratic probing</a:t>
            </a:r>
            <a:endParaRPr lang="en-US" sz="2800" b="1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platzhalter 2">
                <a:extLst>
                  <a:ext uri="{FF2B5EF4-FFF2-40B4-BE49-F238E27FC236}">
                    <a16:creationId xmlns:a16="http://schemas.microsoft.com/office/drawing/2014/main" id="{A8884AE5-3D47-4635-BD0A-863F1B654D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0486" y="1659197"/>
                <a:ext cx="8229300" cy="41476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Linear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probing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tends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cluster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items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contiguous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runs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These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runs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additionally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overlap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This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leads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searches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slow down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considerably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Quadratic</a:t>
                </a:r>
                <a:r>
                  <a:rPr lang="de-AT" sz="1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probing</a:t>
                </a:r>
                <a:r>
                  <a:rPr lang="de-AT" sz="1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iteratively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tries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buckets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[</m:t>
                      </m:r>
                      <m:d>
                        <m:dPr>
                          <m:ctrlP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de-AT" sz="18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de-AT" sz="18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+</m:t>
                          </m:r>
                          <m:r>
                            <a:rPr lang="de-AT" sz="18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de-AT" sz="18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de-AT" sz="1800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𝑛</m:t>
                      </m:r>
                      <m:r>
                        <a:rPr lang="de-AT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]</m:t>
                      </m:r>
                    </m:oMath>
                  </m:oMathPara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Iteration step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=1, 2, 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… and </a:t>
                </a:r>
                <a14:m>
                  <m:oMath xmlns:m="http://schemas.openxmlformats.org/officeDocument/2006/math">
                    <m:r>
                      <a:rPr lang="de-AT" sz="18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𝒇</m:t>
                    </m:r>
                    <m:d>
                      <m:dPr>
                        <m:ctrlPr>
                          <a:rPr lang="de-AT" sz="1800" b="1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b="1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𝒊</m:t>
                        </m:r>
                      </m:e>
                    </m:d>
                    <m:r>
                      <a:rPr lang="de-AT" sz="18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 </m:t>
                    </m:r>
                    <m:sSup>
                      <m:sSupPr>
                        <m:ctrlPr>
                          <a:rPr lang="de-AT" sz="1800" b="1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1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𝒊</m:t>
                        </m:r>
                      </m:e>
                      <m:sup>
                        <m:r>
                          <a:rPr lang="de-AT" sz="1800" b="1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</m:t>
                        </m:r>
                      </m:sup>
                    </m:sSup>
                  </m:oMath>
                </a14:m>
                <a:endParaRPr lang="de-AT" sz="18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removal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operation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needs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take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care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probing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strategy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Quadratic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probing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still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cluster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However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when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prime and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𝜆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&lt; 0.5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quadratic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probing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guaranteed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find an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empty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spot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45" name="Textplatzhalter 2">
                <a:extLst>
                  <a:ext uri="{FF2B5EF4-FFF2-40B4-BE49-F238E27FC236}">
                    <a16:creationId xmlns:a16="http://schemas.microsoft.com/office/drawing/2014/main" id="{A8884AE5-3D47-4635-BD0A-863F1B654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86" y="1659197"/>
                <a:ext cx="8229300" cy="4147633"/>
              </a:xfrm>
              <a:prstGeom prst="rect">
                <a:avLst/>
              </a:prstGeom>
              <a:blipFill>
                <a:blip r:embed="rId3"/>
                <a:stretch>
                  <a:fillRect r="-1541" b="-9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21587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US" sz="2800" b="1">
                <a:latin typeface="Calibri" panose="020F0502020204030204" pitchFamily="34" charset="0"/>
                <a:cs typeface="Calibri" panose="020F0502020204030204" pitchFamily="34" charset="0"/>
              </a:rPr>
              <a:t>Double hashing</a:t>
            </a:r>
            <a:endParaRPr lang="en-US" sz="2800" b="1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platzhalter 2">
                <a:extLst>
                  <a:ext uri="{FF2B5EF4-FFF2-40B4-BE49-F238E27FC236}">
                    <a16:creationId xmlns:a16="http://schemas.microsoft.com/office/drawing/2014/main" id="{A8884AE5-3D47-4635-BD0A-863F1B654D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0486" y="1659197"/>
                <a:ext cx="8229300" cy="41476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more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advanced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approach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that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does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not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cause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clustering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called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double </a:t>
                </a:r>
                <a:r>
                  <a:rPr lang="de-AT" sz="18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hashing</a:t>
                </a:r>
                <a:endParaRPr lang="de-AT" sz="18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addition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h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also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define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secondary</a:t>
                </a:r>
                <a:r>
                  <a:rPr lang="de-AT" sz="1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hash</a:t>
                </a:r>
                <a:r>
                  <a:rPr lang="de-AT" sz="1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function</a:t>
                </a:r>
                <a:r>
                  <a:rPr lang="de-AT" sz="1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𝒉</m:t>
                    </m:r>
                    <m:r>
                      <a:rPr lang="de-AT" sz="18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‘</m:t>
                    </m:r>
                  </m:oMath>
                </a14:m>
                <a:endParaRPr lang="de-AT" sz="18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h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maps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already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occupied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spot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h</m:t>
                        </m:r>
                        <m:d>
                          <m:dPr>
                            <m:ctrlPr>
                              <a:rPr lang="de-AT" sz="18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𝑘</m:t>
                            </m:r>
                          </m:e>
                        </m:d>
                      </m:e>
                    </m:d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we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iteratively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try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marL="114300" indent="0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[</m:t>
                      </m:r>
                      <m:d>
                        <m:dPr>
                          <m:ctrlP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de-AT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de-AT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+</m:t>
                          </m:r>
                          <m:r>
                            <a:rPr lang="de-AT" sz="1800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de-AT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de-AT" sz="18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𝑖</m:t>
                              </m:r>
                            </m:e>
                          </m:d>
                        </m:e>
                      </m:d>
                      <m:r>
                        <a:rPr lang="de-AT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%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𝑛</m:t>
                      </m:r>
                      <m:r>
                        <a:rPr lang="de-AT" sz="1800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]</m:t>
                      </m:r>
                    </m:oMath>
                  </m:oMathPara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+mn-lt"/>
                    <a:ea typeface="Calibri" panose="020F0502020204030204" pitchFamily="34" charset="0"/>
                    <a:cs typeface="Calibri" panose="020F0502020204030204" pitchFamily="34" charset="0"/>
                  </a:rPr>
                  <a:t>Iteration step </a:t>
                </a:r>
                <a14:m>
                  <m:oMath xmlns:m="http://schemas.openxmlformats.org/officeDocument/2006/math">
                    <m:r>
                      <a:rPr lang="de-AT" sz="18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de-AT" sz="18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=1, 2, 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… and </a:t>
                </a:r>
                <a14:m>
                  <m:oMath xmlns:m="http://schemas.openxmlformats.org/officeDocument/2006/math">
                    <m:r>
                      <a:rPr lang="de-AT" sz="1800" b="1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𝒇</m:t>
                    </m:r>
                    <m:d>
                      <m:dPr>
                        <m:ctrlPr>
                          <a:rPr lang="de-AT" sz="1800" b="1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b="1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𝒊</m:t>
                        </m:r>
                      </m:e>
                    </m:d>
                    <m:r>
                      <a:rPr lang="de-AT" sz="1800" b="1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AT" sz="18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𝒊𝒉</m:t>
                    </m:r>
                    <m:r>
                      <a:rPr lang="de-AT" sz="18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′(</m:t>
                    </m:r>
                    <m:r>
                      <a:rPr lang="de-AT" sz="18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𝒌</m:t>
                    </m:r>
                    <m:r>
                      <a:rPr lang="de-AT" sz="18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de-AT" sz="18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scheme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secondary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hash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function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h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′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not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allowed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evaluate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zero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common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choice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h</m:t>
                        </m:r>
                      </m:e>
                      <m:sup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𝑘</m:t>
                        </m:r>
                      </m:e>
                    </m:d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−(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𝑘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𝑚𝑜𝑑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some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prime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𝑞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&lt;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Also </a:t>
                </a:r>
                <a14:m>
                  <m:oMath xmlns:m="http://schemas.openxmlformats.org/officeDocument/2006/math">
                    <m:r>
                      <a:rPr lang="de-AT" sz="1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should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prime</a:t>
                </a:r>
              </a:p>
            </p:txBody>
          </p:sp>
        </mc:Choice>
        <mc:Fallback>
          <p:sp>
            <p:nvSpPr>
              <p:cNvPr id="45" name="Textplatzhalter 2">
                <a:extLst>
                  <a:ext uri="{FF2B5EF4-FFF2-40B4-BE49-F238E27FC236}">
                    <a16:creationId xmlns:a16="http://schemas.microsoft.com/office/drawing/2014/main" id="{A8884AE5-3D47-4635-BD0A-863F1B654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86" y="1659197"/>
                <a:ext cx="8229300" cy="4147633"/>
              </a:xfrm>
              <a:prstGeom prst="rect">
                <a:avLst/>
              </a:prstGeom>
              <a:blipFill>
                <a:blip r:embed="rId3"/>
                <a:stretch>
                  <a:fillRect r="-1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94042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6216"/>
            <a:ext cx="8229600" cy="1717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6600"/>
            <a:ext cx="8229300" cy="1144800"/>
          </a:xfrm>
        </p:spPr>
        <p:txBody>
          <a:bodyPr/>
          <a:lstStyle/>
          <a:p>
            <a:pPr algn="ctr"/>
            <a:r>
              <a:rPr lang="en-US" sz="4400" b="1" noProof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en-US" sz="4400" b="1" noProof="0"/>
          </a:p>
        </p:txBody>
      </p:sp>
    </p:spTree>
    <p:extLst>
      <p:ext uri="{BB962C8B-B14F-4D97-AF65-F5344CB8AC3E}">
        <p14:creationId xmlns:p14="http://schemas.microsoft.com/office/powerpoint/2010/main" val="25243587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noProof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/>
              <p:nvPr/>
            </p:nvSpPr>
            <p:spPr>
              <a:xfrm>
                <a:off x="519423" y="1589970"/>
                <a:ext cx="8229600" cy="1200329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square" rtlCol="0">
                <a:sp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lvl="0"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Task 6: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Consider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inserting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the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keys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10, 22, 31, 4, 15, 28, 17, 88, 59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into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a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hash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table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of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length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𝑛</m:t>
                    </m:r>
                    <m:r>
                      <a:rPr kumimoji="0" lang="de-AT" sz="1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=11 </m:t>
                    </m:r>
                  </m:oMath>
                </a14:m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using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open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addressing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with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the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primary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hash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function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h</m:t>
                    </m:r>
                    <m:r>
                      <a:rPr kumimoji="0" lang="de-AT" sz="1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(</m:t>
                    </m:r>
                    <m:r>
                      <a:rPr kumimoji="0" lang="de-AT" sz="1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kumimoji="0" lang="de-AT" sz="1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 = </m:t>
                    </m:r>
                    <m:r>
                      <a:rPr kumimoji="0" lang="de-AT" sz="1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kumimoji="0" lang="de-AT" sz="1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a:rPr kumimoji="0" lang="de-AT" sz="1800" b="0" i="1" u="none" strike="noStrike" kern="0" cap="none" spc="0" normalizeH="0" baseline="0" noProof="0" dirty="0" err="1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𝑚𝑜𝑑</m:t>
                    </m:r>
                    <m:r>
                      <a:rPr kumimoji="0" lang="de-AT" sz="1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a:rPr kumimoji="0" lang="de-AT" sz="1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𝑛</m:t>
                    </m:r>
                  </m:oMath>
                </a14:m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Illustrate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the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result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of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inserting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these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keys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using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linear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probing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quadratic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probing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, and double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hashing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:r>
                  <a:rPr kumimoji="0" lang="de-AT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with</a:t>
                </a:r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h</m:t>
                    </m:r>
                    <m:r>
                      <a:rPr kumimoji="0" lang="de-AT" sz="1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‘(</m:t>
                    </m:r>
                    <m:r>
                      <a:rPr kumimoji="0" lang="de-AT" sz="1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kumimoji="0" lang="de-AT" sz="1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)=1 + (</m:t>
                    </m:r>
                    <m:r>
                      <a:rPr kumimoji="0" lang="de-AT" sz="1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𝑘</m:t>
                    </m:r>
                    <m:r>
                      <a:rPr kumimoji="0" lang="de-AT" sz="1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</m:t>
                    </m:r>
                    <m:r>
                      <a:rPr kumimoji="0" lang="de-AT" sz="1800" b="0" i="1" u="none" strike="noStrike" kern="0" cap="none" spc="0" normalizeH="0" baseline="0" noProof="0" dirty="0" err="1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𝑚𝑜𝑑</m:t>
                    </m:r>
                    <m:r>
                      <a:rPr kumimoji="0" lang="de-AT" sz="1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 (</m:t>
                    </m:r>
                    <m:r>
                      <a:rPr kumimoji="0" lang="de-AT" sz="1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𝑛</m:t>
                    </m:r>
                    <m:r>
                      <a:rPr kumimoji="0" lang="de-AT" sz="1800" b="0" i="1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−1))</m:t>
                    </m:r>
                  </m:oMath>
                </a14:m>
                <a:r>
                  <a:rPr kumimoji="0" lang="de-AT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</p:txBody>
          </p:sp>
        </mc:Choice>
        <mc:Fallback xmlns="">
          <p:sp>
            <p:nvSpPr>
              <p:cNvPr id="4" name="Textfeld 2">
                <a:extLst>
                  <a:ext uri="{FF2B5EF4-FFF2-40B4-BE49-F238E27FC236}">
                    <a16:creationId xmlns:a16="http://schemas.microsoft.com/office/drawing/2014/main" id="{B1AB2DE2-BFB4-403B-9976-58C0812A0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23" y="1589970"/>
                <a:ext cx="8229600" cy="1200329"/>
              </a:xfrm>
              <a:prstGeom prst="rect">
                <a:avLst/>
              </a:prstGeom>
              <a:blipFill>
                <a:blip r:embed="rId3"/>
                <a:stretch>
                  <a:fillRect l="-593" t="-3046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3997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457200" y="1606216"/>
            <a:ext cx="8229600" cy="1717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6600"/>
            <a:ext cx="8229300" cy="1144800"/>
          </a:xfrm>
        </p:spPr>
        <p:txBody>
          <a:bodyPr/>
          <a:lstStyle/>
          <a:p>
            <a:pPr algn="ctr"/>
            <a:r>
              <a:rPr lang="en-US" sz="4400" b="1" noProof="0">
                <a:latin typeface="Calibri" panose="020F0502020204030204" pitchFamily="34" charset="0"/>
                <a:cs typeface="Calibri" panose="020F0502020204030204" pitchFamily="34" charset="0"/>
              </a:rPr>
              <a:t>Complexity</a:t>
            </a:r>
            <a:endParaRPr lang="en-US" sz="4400" b="1" noProof="0"/>
          </a:p>
        </p:txBody>
      </p:sp>
    </p:spTree>
    <p:extLst>
      <p:ext uri="{BB962C8B-B14F-4D97-AF65-F5344CB8AC3E}">
        <p14:creationId xmlns:p14="http://schemas.microsoft.com/office/powerpoint/2010/main" val="22956818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</p:spPr>
        <p:txBody>
          <a:bodyPr/>
          <a:lstStyle/>
          <a:p>
            <a:pPr algn="r"/>
            <a:r>
              <a:rPr lang="en-US" sz="2800" b="1">
                <a:latin typeface="Calibri" panose="020F0502020204030204" pitchFamily="34" charset="0"/>
                <a:cs typeface="Calibri" panose="020F0502020204030204" pitchFamily="34" charset="0"/>
              </a:rPr>
              <a:t>Load factors and rehashing</a:t>
            </a:r>
            <a:endParaRPr lang="en-US" sz="2800" b="1" noProof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platzhalter 2">
                <a:extLst>
                  <a:ext uri="{FF2B5EF4-FFF2-40B4-BE49-F238E27FC236}">
                    <a16:creationId xmlns:a16="http://schemas.microsoft.com/office/drawing/2014/main" id="{A8884AE5-3D47-4635-BD0A-863F1B654D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0486" y="1659197"/>
                <a:ext cx="8229300" cy="33504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It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important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that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load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factor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𝜆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below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1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Experiments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show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that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should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maintain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𝜆</m:t>
                    </m:r>
                  </m:oMath>
                </a14:m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&lt; 0.9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separate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chaining</a:t>
                </a:r>
                <a:endParaRPr lang="de-AT" sz="18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𝜆</m:t>
                    </m:r>
                  </m:oMath>
                </a14:m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&lt; 0.5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open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addressing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e.g., linear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example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Python‘s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implementation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enforces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𝜆</m:t>
                    </m:r>
                  </m:oMath>
                </a14:m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&lt; 2/3</a:t>
                </a: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insertion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causes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𝜆</m:t>
                    </m:r>
                  </m:oMath>
                </a14:m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go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over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threshold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then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typically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resize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reinsert</a:t>
                </a:r>
                <a:endParaRPr lang="de-AT" sz="18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do not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need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new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hash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codes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but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compression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new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size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needed</a:t>
                </a:r>
                <a:endParaRPr lang="de-AT" sz="180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v"/>
                </a:pP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This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process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called</a:t>
                </a:r>
                <a:r>
                  <a:rPr lang="de-AT" sz="180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1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rehashing</a:t>
                </a:r>
                <a:endParaRPr lang="de-AT" sz="1800" b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5" name="Textplatzhalter 2">
                <a:extLst>
                  <a:ext uri="{FF2B5EF4-FFF2-40B4-BE49-F238E27FC236}">
                    <a16:creationId xmlns:a16="http://schemas.microsoft.com/office/drawing/2014/main" id="{A8884AE5-3D47-4635-BD0A-863F1B654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486" y="1659197"/>
                <a:ext cx="8229300" cy="33504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15246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Complexity of hash tables</a:t>
            </a:r>
            <a:endParaRPr lang="en-US" sz="2800" b="1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elle 6">
                <a:extLst>
                  <a:ext uri="{FF2B5EF4-FFF2-40B4-BE49-F238E27FC236}">
                    <a16:creationId xmlns:a16="http://schemas.microsoft.com/office/drawing/2014/main" id="{B3903C2A-961F-4E32-958D-778B7FE21E3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15918793"/>
                  </p:ext>
                </p:extLst>
              </p:nvPr>
            </p:nvGraphicFramePr>
            <p:xfrm>
              <a:off x="2213648" y="1851378"/>
              <a:ext cx="4994244" cy="2033676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733225">
                      <a:extLst>
                        <a:ext uri="{9D8B030D-6E8A-4147-A177-3AD203B41FA5}">
                          <a16:colId xmlns:a16="http://schemas.microsoft.com/office/drawing/2014/main" val="4091769654"/>
                        </a:ext>
                      </a:extLst>
                    </a:gridCol>
                    <a:gridCol w="104205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41830">
                      <a:extLst>
                        <a:ext uri="{9D8B030D-6E8A-4147-A177-3AD203B41FA5}">
                          <a16:colId xmlns:a16="http://schemas.microsoft.com/office/drawing/2014/main" val="3309756932"/>
                        </a:ext>
                      </a:extLst>
                    </a:gridCol>
                    <a:gridCol w="977130">
                      <a:extLst>
                        <a:ext uri="{9D8B030D-6E8A-4147-A177-3AD203B41FA5}">
                          <a16:colId xmlns:a16="http://schemas.microsoft.com/office/drawing/2014/main" val="1501484856"/>
                        </a:ext>
                      </a:extLst>
                    </a:gridCol>
                  </a:tblGrid>
                  <a:tr h="280042">
                    <a:tc>
                      <a:txBody>
                        <a:bodyPr/>
                        <a:lstStyle/>
                        <a:p>
                          <a:r>
                            <a:rPr lang="en-US" sz="1800" b="1" strike="noStrike" spc="-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Operation</a:t>
                          </a:r>
                        </a:p>
                      </a:txBody>
                      <a:tcPr marL="63607" marR="63607" marT="32313" marB="323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strike="noStrike" spc="-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Expected</a:t>
                          </a:r>
                        </a:p>
                      </a:txBody>
                      <a:tcPr marL="63607" marR="63607" marT="32313" marB="323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strike="noStrike" spc="-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Worst-case</a:t>
                          </a:r>
                        </a:p>
                      </a:txBody>
                      <a:tcPr marL="63607" marR="63607" marT="32313" marB="323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strike="noStrike" spc="-1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List</a:t>
                          </a:r>
                        </a:p>
                      </a:txBody>
                      <a:tcPr marL="63607" marR="63607" marT="32313" marB="32313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𝑚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[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𝑘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sz="1800" b="0" strike="noStrike" spc="-1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de-AT" sz="1800" b="0" i="1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AT" sz="1800" b="0" i="1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800" b="0" strike="noStrike" spc="-1" baseline="3000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de-AT" sz="1800" b="0" i="1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AT" sz="1800" b="0" i="1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800" b="0" strike="noStrike" spc="-1" baseline="3000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de-AT" sz="1800" b="0" i="1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AT" sz="1800" b="0" i="1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800" b="0" strike="noStrike" spc="-1" baseline="3000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𝑚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AT" sz="1800" b="0" i="1" strike="noStrike" spc="-1" dirty="0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=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𝑣</m:t>
                                </m:r>
                              </m:oMath>
                            </m:oMathPara>
                          </a14:m>
                          <a:endParaRPr lang="en-US" sz="1800" b="0" strike="noStrike" spc="-1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𝑂</m:t>
                                </m:r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1800" b="0" strike="noStrike" spc="-1" baseline="3000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𝑂</m:t>
                                </m:r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(</m:t>
                                </m:r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0" strike="noStrike" spc="-1" baseline="3000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𝑂</m:t>
                                </m:r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(</m:t>
                                </m:r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0" strike="noStrike" spc="-1" baseline="3000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𝑑𝑒𝑙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𝑚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[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𝑘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sz="1800" b="0" strike="noStrike" spc="-1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de-AT" sz="1800" b="0" i="1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AT" sz="1800" b="0" i="1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800" b="0" strike="noStrike" spc="-1" baseline="3000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de-AT" sz="1800" b="0" i="1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AT" sz="1800" b="0" i="1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800" b="0" strike="noStrike" spc="-1" baseline="3000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de-AT" sz="1800" b="0" i="1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de-AT" sz="1800" b="0" i="1" strike="noStrike" spc="-1" smtClean="0"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m:t>𝑛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1800" b="0" strike="noStrike" spc="-1" baseline="3000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789822921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𝑖𝑡𝑒𝑟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(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𝑚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0" strike="noStrike" spc="-1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𝑂</m:t>
                                </m:r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(</m:t>
                                </m:r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0" strike="noStrike" spc="-1" baseline="3000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𝑂</m:t>
                                </m:r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(</m:t>
                                </m:r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0" strike="noStrike" spc="-1" baseline="3000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𝑂</m:t>
                                </m:r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(</m:t>
                                </m:r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𝑛</m:t>
                                </m:r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0" strike="noStrike" spc="-1" baseline="3000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427484794"/>
                      </a:ext>
                    </a:extLst>
                  </a:tr>
                  <a:tr h="280042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𝑙𝑒𝑛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(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𝑠</m:t>
                                </m:r>
                                <m:r>
                                  <a:rPr lang="de-AT" sz="1800" b="0" i="1" strike="noStrike" spc="-1" dirty="0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0" strike="noStrike" spc="-1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𝑂</m:t>
                                </m:r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1800" b="0" strike="noStrike" spc="-1" baseline="3000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𝑂</m:t>
                                </m:r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1800" b="0" strike="noStrike" spc="-1" baseline="3000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𝑂</m:t>
                                </m:r>
                                <m:r>
                                  <a:rPr lang="de-AT" sz="1800" b="0" i="1" strike="noStrike" spc="-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1800" b="0" strike="noStrike" spc="-1" baseline="300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a:txBody>
                      <a:tcPr marL="63607" marR="63607" marT="32313" marB="32313"/>
                    </a:tc>
                    <a:extLst>
                      <a:ext uri="{0D108BD9-81ED-4DB2-BD59-A6C34878D82A}">
                        <a16:rowId xmlns:a16="http://schemas.microsoft.com/office/drawing/2014/main" val="17468899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elle 6">
                <a:extLst>
                  <a:ext uri="{FF2B5EF4-FFF2-40B4-BE49-F238E27FC236}">
                    <a16:creationId xmlns:a16="http://schemas.microsoft.com/office/drawing/2014/main" id="{B3903C2A-961F-4E32-958D-778B7FE21E3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164588539"/>
                  </p:ext>
                </p:extLst>
              </p:nvPr>
            </p:nvGraphicFramePr>
            <p:xfrm>
              <a:off x="2213648" y="1851378"/>
              <a:ext cx="4994244" cy="2033676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733225">
                      <a:extLst>
                        <a:ext uri="{9D8B030D-6E8A-4147-A177-3AD203B41FA5}">
                          <a16:colId xmlns:a16="http://schemas.microsoft.com/office/drawing/2014/main" val="4091769654"/>
                        </a:ext>
                      </a:extLst>
                    </a:gridCol>
                    <a:gridCol w="104205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41830">
                      <a:extLst>
                        <a:ext uri="{9D8B030D-6E8A-4147-A177-3AD203B41FA5}">
                          <a16:colId xmlns:a16="http://schemas.microsoft.com/office/drawing/2014/main" val="3309756932"/>
                        </a:ext>
                      </a:extLst>
                    </a:gridCol>
                    <a:gridCol w="977130">
                      <a:extLst>
                        <a:ext uri="{9D8B030D-6E8A-4147-A177-3AD203B41FA5}">
                          <a16:colId xmlns:a16="http://schemas.microsoft.com/office/drawing/2014/main" val="1501484856"/>
                        </a:ext>
                      </a:extLst>
                    </a:gridCol>
                  </a:tblGrid>
                  <a:tr h="338946">
                    <a:tc>
                      <a:txBody>
                        <a:bodyPr/>
                        <a:lstStyle/>
                        <a:p>
                          <a:r>
                            <a:rPr lang="en-US" sz="1800" b="1" strike="noStrike" spc="-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Operation</a:t>
                          </a:r>
                        </a:p>
                      </a:txBody>
                      <a:tcPr marL="63607" marR="63607" marT="32313" marB="323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strike="noStrike" spc="-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Expected</a:t>
                          </a:r>
                        </a:p>
                      </a:txBody>
                      <a:tcPr marL="63607" marR="63607" marT="32313" marB="323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strike="noStrike" spc="-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Worst-case</a:t>
                          </a:r>
                        </a:p>
                      </a:txBody>
                      <a:tcPr marL="63607" marR="63607" marT="32313" marB="32313"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b="1" strike="noStrike" spc="-1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List</a:t>
                          </a:r>
                        </a:p>
                      </a:txBody>
                      <a:tcPr marL="63607" marR="63607" marT="32313" marB="32313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351" t="-112500" r="-189123" b="-417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167251" t="-112500" r="-215205" b="-417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224020" t="-112500" r="-80392" b="-417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413125" t="-112500" r="-2500" b="-417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351" t="-212500" r="-189123" b="-317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167251" t="-212500" r="-215205" b="-317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224020" t="-212500" r="-80392" b="-317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413125" t="-212500" r="-2500" b="-317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351" t="-318182" r="-189123" b="-2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167251" t="-318182" r="-215205" b="-2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224020" t="-318182" r="-80392" b="-22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413125" t="-318182" r="-2500" b="-22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9822921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351" t="-410714" r="-189123" b="-1196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167251" t="-410714" r="-215205" b="-1196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224020" t="-410714" r="-80392" b="-1196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413125" t="-410714" r="-2500" b="-1196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7484794"/>
                      </a:ext>
                    </a:extLst>
                  </a:tr>
                  <a:tr h="3389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351" t="-510714" r="-189123" b="-196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167251" t="-510714" r="-215205" b="-196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224020" t="-510714" r="-80392" b="-196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3607" marR="63607" marT="32313" marB="32313">
                        <a:blipFill>
                          <a:blip r:embed="rId3"/>
                          <a:stretch>
                            <a:fillRect l="-413125" t="-510714" r="-2500" b="-196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88995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3466C5A-120F-A9E5-73CC-7907D79E68F1}"/>
              </a:ext>
            </a:extLst>
          </p:cNvPr>
          <p:cNvSpPr txBox="1"/>
          <p:nvPr/>
        </p:nvSpPr>
        <p:spPr>
          <a:xfrm flipH="1">
            <a:off x="5899764" y="4164143"/>
            <a:ext cx="28954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dirty="0"/>
              <a:t>Comparison with List</a:t>
            </a:r>
          </a:p>
        </p:txBody>
      </p:sp>
    </p:spTree>
    <p:extLst>
      <p:ext uri="{BB962C8B-B14F-4D97-AF65-F5344CB8AC3E}">
        <p14:creationId xmlns:p14="http://schemas.microsoft.com/office/powerpoint/2010/main" val="3332177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1803</TotalTime>
  <Words>2825</Words>
  <Application>Microsoft Macintosh PowerPoint</Application>
  <PresentationFormat>On-screen Show (4:3)</PresentationFormat>
  <Paragraphs>375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8" baseType="lpstr">
      <vt:lpstr>Courier New</vt:lpstr>
      <vt:lpstr>Arial</vt:lpstr>
      <vt:lpstr>Calibri</vt:lpstr>
      <vt:lpstr>Cambria Math</vt:lpstr>
      <vt:lpstr>Blackadder ITC</vt:lpstr>
      <vt:lpstr>Wingdings</vt:lpstr>
      <vt:lpstr>Andale Mono</vt:lpstr>
      <vt:lpstr>Office Theme</vt:lpstr>
      <vt:lpstr>1_Office Theme</vt:lpstr>
      <vt:lpstr>Algorithms and Data Structures </vt:lpstr>
      <vt:lpstr>Outline</vt:lpstr>
      <vt:lpstr>Maps and dictionaries</vt:lpstr>
      <vt:lpstr>Python’s dictionaries and maps</vt:lpstr>
      <vt:lpstr>Python’s dictionaries and maps</vt:lpstr>
      <vt:lpstr>Basic map/dictionary interface</vt:lpstr>
      <vt:lpstr>Exercise</vt:lpstr>
      <vt:lpstr>Student task</vt:lpstr>
      <vt:lpstr>Student task</vt:lpstr>
      <vt:lpstr>Hash tables</vt:lpstr>
      <vt:lpstr>Hash tables</vt:lpstr>
      <vt:lpstr>Hash tables</vt:lpstr>
      <vt:lpstr>Hash functions</vt:lpstr>
      <vt:lpstr>Hash functions</vt:lpstr>
      <vt:lpstr>Hash functions</vt:lpstr>
      <vt:lpstr>Hash codes</vt:lpstr>
      <vt:lpstr>Bit representations as integers</vt:lpstr>
      <vt:lpstr>Bit representations as integers</vt:lpstr>
      <vt:lpstr>Polynomial hash codes</vt:lpstr>
      <vt:lpstr>Polynomial hash codes</vt:lpstr>
      <vt:lpstr>Cyclic-shift hash codes</vt:lpstr>
      <vt:lpstr>Python example</vt:lpstr>
      <vt:lpstr>Student task</vt:lpstr>
      <vt:lpstr>Compression functions</vt:lpstr>
      <vt:lpstr>The division method</vt:lpstr>
      <vt:lpstr>The MAD (multiply, add, divide) method</vt:lpstr>
      <vt:lpstr>Exercise</vt:lpstr>
      <vt:lpstr>Student task</vt:lpstr>
      <vt:lpstr>Collision handling schemes</vt:lpstr>
      <vt:lpstr>Separate chaining</vt:lpstr>
      <vt:lpstr>Open addressing</vt:lpstr>
      <vt:lpstr>Linear probing</vt:lpstr>
      <vt:lpstr>Quadratic probing</vt:lpstr>
      <vt:lpstr>Double hashing</vt:lpstr>
      <vt:lpstr>Exercise</vt:lpstr>
      <vt:lpstr>Student task</vt:lpstr>
      <vt:lpstr>Complexity</vt:lpstr>
      <vt:lpstr>Load factors and rehashing</vt:lpstr>
      <vt:lpstr>Complexity of hash tables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 Basics of Computer Programming</dc:title>
  <dc:creator>Lyndon Nixon</dc:creator>
  <cp:lastModifiedBy>Ingo Frommholz</cp:lastModifiedBy>
  <cp:revision>15</cp:revision>
  <dcterms:modified xsi:type="dcterms:W3CDTF">2026-04-13T09:13:51Z</dcterms:modified>
</cp:coreProperties>
</file>